
<file path=[Content_Types].xml><?xml version="1.0" encoding="utf-8"?>
<Types xmlns="http://schemas.openxmlformats.org/package/2006/content-types">
  <Default Extension="fntdata" ContentType="application/x-fontdata"/>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notesMasterIdLst>
    <p:notesMasterId r:id="rId12"/>
  </p:notesMasterIdLst>
  <p:sldIdLst>
    <p:sldId id="256" r:id="rId2"/>
    <p:sldId id="257" r:id="rId3"/>
    <p:sldId id="258" r:id="rId4"/>
    <p:sldId id="259" r:id="rId5"/>
    <p:sldId id="260" r:id="rId6"/>
    <p:sldId id="261" r:id="rId7"/>
    <p:sldId id="262" r:id="rId8"/>
    <p:sldId id="263" r:id="rId9"/>
    <p:sldId id="264" r:id="rId10"/>
    <p:sldId id="265" r:id="rId11"/>
  </p:sldIdLst>
  <p:sldSz cx="9144000" cy="5143500" type="screen16x9"/>
  <p:notesSz cx="9144000" cy="5143500"/>
  <p:embeddedFontLst>
    <p:embeddedFont>
      <p:font typeface="Cabin" panose="020B0604020202020204" charset="0"/>
      <p:regular r:id="rId13"/>
      <p:bold r:id="rId14"/>
    </p:embeddedFont>
    <p:embeddedFont>
      <p:font typeface="Open Sans" panose="020B0606030504020204" pitchFamily="34" charset="0"/>
      <p:regular r:id="rId15"/>
    </p:embeddedFont>
    <p:embeddedFont>
      <p:font typeface="Open Sans-demi_bold" panose="020B0604020202020204" charset="0"/>
      <p:regular r:id="rId16"/>
    </p:embeddedFont>
  </p:embeddedFontLst>
  <p:custDataLst>
    <p:tags r:id="rId17"/>
  </p:custDataLst>
  <p:defaultTextStyle>
    <a:defPPr>
      <a:defRPr lang="en-US"/>
    </a:defPPr>
    <a:lvl1pPr marL="0" lvl="0" algn="l" rtl="0">
      <a:defRPr lang="en-US" sz="1800" dirty="0">
        <a:solidFill>
          <a:schemeClr val="tx1"/>
        </a:solidFill>
        <a:latin typeface="+mn-lt"/>
      </a:defRPr>
    </a:lvl1pPr>
    <a:lvl2pPr marL="457200" lvl="1" algn="l" rtl="0">
      <a:defRPr lang="en-US" sz="1800" dirty="0">
        <a:solidFill>
          <a:schemeClr val="tx1"/>
        </a:solidFill>
        <a:latin typeface="+mn-lt"/>
      </a:defRPr>
    </a:lvl2pPr>
    <a:lvl3pPr marL="914400" lvl="2" algn="l" rtl="0">
      <a:defRPr lang="en-US" sz="1800" dirty="0">
        <a:solidFill>
          <a:schemeClr val="tx1"/>
        </a:solidFill>
        <a:latin typeface="+mn-lt"/>
      </a:defRPr>
    </a:lvl3pPr>
    <a:lvl4pPr marL="1371600" lvl="3" algn="l" rtl="0">
      <a:defRPr lang="en-US" sz="1800" dirty="0">
        <a:solidFill>
          <a:schemeClr val="tx1"/>
        </a:solidFill>
        <a:latin typeface="+mn-lt"/>
      </a:defRPr>
    </a:lvl4pPr>
    <a:lvl5pPr marL="1828800" lvl="4" algn="l" rtl="0">
      <a:defRPr lang="en-US" sz="1800" dirty="0">
        <a:solidFill>
          <a:schemeClr val="tx1"/>
        </a:solidFill>
        <a:latin typeface="+mn-lt"/>
      </a:defRPr>
    </a:lvl5pPr>
    <a:lvl6pPr marL="2286000" lvl="5" algn="l" rtl="0">
      <a:defRPr lang="en-US" sz="1800" dirty="0">
        <a:solidFill>
          <a:schemeClr val="tx1"/>
        </a:solidFill>
        <a:latin typeface="+mn-lt"/>
      </a:defRPr>
    </a:lvl6pPr>
    <a:lvl7pPr marL="2743200" lvl="6" algn="l" rtl="0">
      <a:defRPr lang="en-US" sz="1800" dirty="0">
        <a:solidFill>
          <a:schemeClr val="tx1"/>
        </a:solidFill>
        <a:latin typeface="+mn-lt"/>
      </a:defRPr>
    </a:lvl7pPr>
    <a:lvl8pPr marL="3200400" lvl="7" algn="l" rtl="0">
      <a:defRPr lang="en-US" sz="1800" dirty="0">
        <a:solidFill>
          <a:schemeClr val="tx1"/>
        </a:solidFill>
        <a:latin typeface="+mn-lt"/>
      </a:defRPr>
    </a:lvl8pPr>
    <a:lvl9pPr marL="3657600" lvl="8" algn="l" rtl="0">
      <a:defRPr lang="en-US" sz="1800" dirty="0">
        <a:solidFill>
          <a:schemeClr val="tx1"/>
        </a:solidFill>
        <a:latin typeface="+mn-lt"/>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p:cViewPr varScale="1">
        <p:scale>
          <a:sx n="115" d="100"/>
          <a:sy n="115" d="100"/>
        </p:scale>
        <p:origin x="514" y="67"/>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font" Target="fonts/font1.fntdata"/><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notesMaster" Target="notesMasters/notesMaster1.xml"/><Relationship Id="rId17" Type="http://schemas.openxmlformats.org/officeDocument/2006/relationships/tags" Target="tags/tag1.xml"/><Relationship Id="rId2" Type="http://schemas.openxmlformats.org/officeDocument/2006/relationships/slide" Target="slides/slide1.xml"/><Relationship Id="rId16" Type="http://schemas.openxmlformats.org/officeDocument/2006/relationships/font" Target="fonts/font4.fntdata"/><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font" Target="fonts/font3.fntdata"/><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font" Target="fonts/font2.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4B65459-4C01-9248-BDAA-F28591FAF6F5}" type="datetimeFigureOut">
              <a:rPr lang="en-US" smtClean="0"/>
              <a:t>10/12/2025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9327042-6B61-B148-8485-8BBBFAA13D24}" type="slidenum">
              <a:rPr lang="en-US" smtClean="0"/>
              <a:t>‹#›</a:t>
            </a:fld>
            <a:endParaRPr lang="en-US"/>
          </a:p>
        </p:txBody>
      </p:sp>
    </p:spTree>
    <p:extLst>
      <p:ext uri="{BB962C8B-B14F-4D97-AF65-F5344CB8AC3E}">
        <p14:creationId xmlns:p14="http://schemas.microsoft.com/office/powerpoint/2010/main" val="108032113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2.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3.xml"/></Relationships>
</file>

<file path=ppt/slideLayouts/_rels/slideLayout11.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4.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1E8D2CC8-33C8-4E88-AC17-7ABDC8B9196D}">
                <a16:creationId xmlns:a16="http://schemas.microsoft.com/office/drawing/2010/main" xmlns:vt="http://schemas.openxmlformats.org/officeDocument/2006/docPropsVTypes" xmlns:ns1="http://schemas.openxmlformats.org/officeDocument/2006/extended-properties" xmlns:cs="http://schemas.microsoft.com/office/drawing/2012/chartStyle" xmlns:c="http://schemas.openxmlformats.org/drawingml/2006/chart" xmlns="" id="{5A9BB71B-D3C9-4EA7-B725-248BFE96EEB3}"/>
              </a:ext>
            </a:extLst>
          </p:cNvPr>
          <p:cNvSpPr>
            <a:spLocks noGrp="1"/>
          </p:cNvSpPr>
          <p:nvPr>
            <p:ph type="title"/>
          </p:nvPr>
        </p:nvSpPr>
        <p:spPr>
          <a:xfrm>
            <a:off x="4036980" y="1575006"/>
            <a:ext cx="4191000" cy="666750"/>
          </a:xfrm>
          <a:prstGeom prst="rect">
            <a:avLst/>
          </a:prstGeom>
        </p:spPr>
        <p:txBody>
          <a:bodyPr rtlCol="0" anchor="b"/>
          <a:lstStyle>
            <a:lvl1pPr lvl="0" algn="ctr"/>
          </a:lstStyle>
          <a:p>
            <a:r>
              <a:rPr lang="en-US" dirty="0"/>
              <a:t>Click to edit Master title style</a:t>
            </a:r>
          </a:p>
        </p:txBody>
      </p:sp>
      <p:sp>
        <p:nvSpPr>
          <p:cNvPr id="3" name="Subtitle 2">
            <a:extLst>
              <a:ext uri="{11B4F12D-B90E-4CD7-B5EE-357C430041D7}">
                <a16:creationId xmlns:a16="http://schemas.microsoft.com/office/drawing/2010/main" xmlns:vt="http://schemas.openxmlformats.org/officeDocument/2006/docPropsVTypes" xmlns:ns1="http://schemas.openxmlformats.org/officeDocument/2006/extended-properties" xmlns:cs="http://schemas.microsoft.com/office/drawing/2012/chartStyle" xmlns:c="http://schemas.openxmlformats.org/drawingml/2006/chart" xmlns="" id="{BCF49F60-D901-4468-BE77-587A44DF4936}"/>
              </a:ext>
            </a:extLst>
          </p:cNvPr>
          <p:cNvSpPr>
            <a:spLocks noGrp="1"/>
          </p:cNvSpPr>
          <p:nvPr>
            <p:ph type="subTitle" idx="1"/>
          </p:nvPr>
        </p:nvSpPr>
        <p:spPr>
          <a:xfrm>
            <a:off x="4023083" y="2457450"/>
            <a:ext cx="4191000" cy="476250"/>
          </a:xfrm>
          <a:prstGeom prst="rect">
            <a:avLst/>
          </a:prstGeom>
        </p:spPr>
        <p:txBody>
          <a:bodyPr lIns="91440" rtlCol="0" anchor="t">
            <a:noAutofit/>
          </a:bodyPr>
          <a:lstStyle>
            <a:lvl1pPr lvl="0" algn="ctr">
              <a:buNone/>
              <a:defRPr lang="en-US" sz="1400" dirty="0"/>
            </a:lvl1pPr>
            <a:lvl2pPr lvl="1"/>
            <a:lvl3pPr lvl="2"/>
            <a:lvl4pPr lvl="3"/>
            <a:lvl5pPr lvl="4"/>
            <a:lvl6pPr lvl="5"/>
            <a:lvl7pPr lvl="6"/>
            <a:lvl8pPr lvl="7"/>
            <a:lvl9pPr lvl="8"/>
          </a:lstStyle>
          <a:p>
            <a:r>
              <a:rPr lang="en-US" dirty="0"/>
              <a:t>Click to edit Master subtitle style</a:t>
            </a:r>
          </a:p>
        </p:txBody>
      </p:sp>
      <p:sp>
        <p:nvSpPr>
          <p:cNvPr id="4" name="Slide Number Placeholder 5">
            <a:extLst>
              <a:ext uri="{AEE45399-1E6A-4B10-92D7-012F86E2ABB0}">
                <a16:creationId xmlns:a16="http://schemas.microsoft.com/office/drawing/2010/main" xmlns:vt="http://schemas.openxmlformats.org/officeDocument/2006/docPropsVTypes" xmlns:ns1="http://schemas.openxmlformats.org/officeDocument/2006/extended-properties" xmlns:cs="http://schemas.microsoft.com/office/drawing/2012/chartStyle" xmlns:c="http://schemas.openxmlformats.org/drawingml/2006/chart" xmlns="" id="{7C923CF0-5B97-443A-B117-36CBFC1AAA5A}"/>
              </a:ext>
            </a:extLst>
          </p:cNvPr>
          <p:cNvSpPr>
            <a:spLocks noGrp="1"/>
          </p:cNvSpPr>
          <p:nvPr>
            <p:ph type="sldNum" sz="quarter" idx="12"/>
          </p:nvPr>
        </p:nvSpPr>
        <p:spPr/>
        <p:txBody>
          <a:bodyPr rtlCol="0"/>
          <a:lstStyle>
            <a:lvl1pPr lvl="0"/>
          </a:lstStyle>
          <a:p>
            <a:r>
              <a:rPr lang="en-US" dirty="0"/>
              <a:t>&lt;#&gt;</a:t>
            </a:r>
          </a:p>
        </p:txBody>
      </p:sp>
      <p:sp>
        <p:nvSpPr>
          <p:cNvPr id="5" name="Footer Placeholder 4">
            <a:extLst>
              <a:ext uri="{A2941921-86DF-41BB-B22B-33D74818155D}">
                <a16:creationId xmlns:a16="http://schemas.microsoft.com/office/drawing/2010/main" xmlns:vt="http://schemas.openxmlformats.org/officeDocument/2006/docPropsVTypes" xmlns:ns1="http://schemas.openxmlformats.org/officeDocument/2006/extended-properties" xmlns:cs="http://schemas.microsoft.com/office/drawing/2012/chartStyle" xmlns:c="http://schemas.openxmlformats.org/drawingml/2006/chart" xmlns="" id="{C7030E67-B83B-43F8-989C-C67A90A09D01}"/>
              </a:ext>
            </a:extLst>
          </p:cNvPr>
          <p:cNvSpPr>
            <a:spLocks noGrp="1"/>
          </p:cNvSpPr>
          <p:nvPr>
            <p:ph type="ftr" sz="quarter" idx="11"/>
          </p:nvPr>
        </p:nvSpPr>
        <p:spPr/>
        <p:txBody>
          <a:bodyPr rtlCol="0"/>
          <a:lstStyle>
            <a:lvl1pPr lvl="0"/>
          </a:lstStyle>
          <a:p>
            <a:r>
              <a:rPr lang="en-US" dirty="0"/>
              <a:t>Footer</a:t>
            </a:r>
          </a:p>
        </p:txBody>
      </p:sp>
      <p:sp>
        <p:nvSpPr>
          <p:cNvPr id="6" name="Date Placeholder 3">
            <a:extLst>
              <a:ext uri="{576710AC-83C5-41F3-86BA-3D33055CDF01}">
                <a16:creationId xmlns:a16="http://schemas.microsoft.com/office/drawing/2010/main" xmlns:vt="http://schemas.openxmlformats.org/officeDocument/2006/docPropsVTypes" xmlns:ns1="http://schemas.openxmlformats.org/officeDocument/2006/extended-properties" xmlns:cs="http://schemas.microsoft.com/office/drawing/2012/chartStyle" xmlns:c="http://schemas.openxmlformats.org/drawingml/2006/chart" xmlns="" id="{56F830B7-691B-4F6A-A9EE-86C976FC3BD6}"/>
              </a:ext>
            </a:extLst>
          </p:cNvPr>
          <p:cNvSpPr>
            <a:spLocks noGrp="1"/>
          </p:cNvSpPr>
          <p:nvPr>
            <p:ph type="dt" sz="half" idx="10"/>
          </p:nvPr>
        </p:nvSpPr>
        <p:spPr/>
        <p:txBody>
          <a:bodyPr rtlCol="0"/>
          <a:lstStyle>
            <a:lvl1pPr lvl="0"/>
          </a:lstStyle>
          <a:p>
            <a:r>
              <a:rPr lang="en-US" dirty="0"/>
              <a:t>Date</a:t>
            </a:r>
          </a:p>
        </p:txBody>
      </p:sp>
      <p:sp>
        <p:nvSpPr>
          <p:cNvPr id="7" name="shape-BE2F">
            <a:extLst>
              <a:ext uri="{EF4EB9AC-82EB-4E44-80B0-E3A45EB2FDCD}">
                <a16:creationId xmlns:a16="http://schemas.microsoft.com/office/drawing/2010/main" xmlns:vt="http://schemas.openxmlformats.org/officeDocument/2006/docPropsVTypes" xmlns:ns1="http://schemas.openxmlformats.org/officeDocument/2006/extended-properties" xmlns:cs="http://schemas.microsoft.com/office/drawing/2012/chartStyle" xmlns:c="http://schemas.openxmlformats.org/drawingml/2006/chart" xmlns="" id="{788CC524-5ACD-4663-B1CF-3384514AADEC}"/>
              </a:ext>
            </a:extLst>
          </p:cNvPr>
          <p:cNvSpPr/>
          <p:nvPr/>
        </p:nvSpPr>
        <p:spPr>
          <a:xfrm>
            <a:off x="0" y="-866"/>
            <a:ext cx="4294060" cy="5143500"/>
          </a:xfrm>
          <a:custGeom>
            <a:avLst/>
            <a:gdLst/>
            <a:ahLst/>
            <a:cxnLst/>
            <a:rect l="0" t="0" r="r" b="b"/>
            <a:pathLst>
              <a:path w="4294061" h="5143500">
                <a:moveTo>
                  <a:pt x="4294061" y="5143500"/>
                </a:moveTo>
                <a:lnTo>
                  <a:pt x="2416016" y="0"/>
                </a:lnTo>
                <a:lnTo>
                  <a:pt x="0" y="0"/>
                </a:lnTo>
                <a:lnTo>
                  <a:pt x="0" y="5143500"/>
                </a:lnTo>
              </a:path>
            </a:pathLst>
          </a:custGeom>
          <a:solidFill>
            <a:schemeClr val="bg2">
              <a:lumMod val="75000"/>
            </a:schemeClr>
          </a:solidFill>
        </p:spPr>
        <p:txBody>
          <a:bodyPr rtlCol="0" anchor="ctr">
            <a:noAutofit/>
          </a:bodyPr>
          <a:lstStyle/>
          <a:p>
            <a:endParaRPr lang="en-US" dirty="0"/>
          </a:p>
        </p:txBody>
      </p:sp>
      <p:sp>
        <p:nvSpPr>
          <p:cNvPr id="8" name="shape-9B10">
            <a:extLst>
              <a:ext uri="{E507A749-5086-4F34-B87D-5B4AB1D96FA0}">
                <a16:creationId xmlns:a16="http://schemas.microsoft.com/office/drawing/2010/main" xmlns:vt="http://schemas.openxmlformats.org/officeDocument/2006/docPropsVTypes" xmlns:ns1="http://schemas.openxmlformats.org/officeDocument/2006/extended-properties" xmlns:cs="http://schemas.microsoft.com/office/drawing/2012/chartStyle" xmlns:c="http://schemas.openxmlformats.org/drawingml/2006/chart" xmlns="" id="{2C623BDA-1FDF-4D7C-A4C7-B7B115F30D32}"/>
              </a:ext>
            </a:extLst>
          </p:cNvPr>
          <p:cNvSpPr/>
          <p:nvPr/>
        </p:nvSpPr>
        <p:spPr>
          <a:xfrm>
            <a:off x="3388709" y="3791321"/>
            <a:ext cx="739997" cy="1351311"/>
          </a:xfrm>
          <a:custGeom>
            <a:avLst/>
            <a:gdLst/>
            <a:ahLst/>
            <a:cxnLst/>
            <a:rect l="0" t="0" r="r" b="b"/>
            <a:pathLst>
              <a:path w="739997" h="1351312">
                <a:moveTo>
                  <a:pt x="556641" y="1351312"/>
                </a:moveTo>
                <a:lnTo>
                  <a:pt x="0" y="0"/>
                </a:lnTo>
                <a:lnTo>
                  <a:pt x="739997" y="1351312"/>
                </a:lnTo>
              </a:path>
            </a:pathLst>
          </a:custGeom>
          <a:solidFill>
            <a:srgbClr val="4D4346"/>
          </a:solidFill>
        </p:spPr>
        <p:txBody>
          <a:bodyPr rtlCol="0" anchor="ctr">
            <a:noAutofit/>
          </a:bodyPr>
          <a:lstStyle/>
          <a:p>
            <a:endParaRPr lang="en-US" dirty="0"/>
          </a:p>
        </p:txBody>
      </p:sp>
      <p:sp>
        <p:nvSpPr>
          <p:cNvPr id="9" name="shape-6CF3">
            <a:extLst>
              <a:ext uri="{5D2D9D37-4677-43D5-A828-CF2F24FB2999}">
                <a16:creationId xmlns:a16="http://schemas.microsoft.com/office/drawing/2010/main" xmlns:vt="http://schemas.openxmlformats.org/officeDocument/2006/docPropsVTypes" xmlns:ns1="http://schemas.openxmlformats.org/officeDocument/2006/extended-properties" xmlns:cs="http://schemas.microsoft.com/office/drawing/2012/chartStyle" xmlns:c="http://schemas.openxmlformats.org/drawingml/2006/chart" xmlns="" id="{CF7F9E25-68B2-4903-8060-EBF38D2EA4DC}"/>
              </a:ext>
            </a:extLst>
          </p:cNvPr>
          <p:cNvSpPr/>
          <p:nvPr/>
        </p:nvSpPr>
        <p:spPr>
          <a:xfrm>
            <a:off x="3388709" y="3791321"/>
            <a:ext cx="949261" cy="1351311"/>
          </a:xfrm>
          <a:custGeom>
            <a:avLst/>
            <a:gdLst/>
            <a:ahLst/>
            <a:cxnLst/>
            <a:rect l="0" t="0" r="r" b="b"/>
            <a:pathLst>
              <a:path w="949262" h="1351312">
                <a:moveTo>
                  <a:pt x="949262" y="1351312"/>
                </a:moveTo>
                <a:lnTo>
                  <a:pt x="0" y="0"/>
                </a:lnTo>
                <a:lnTo>
                  <a:pt x="739997" y="1351312"/>
                </a:lnTo>
              </a:path>
            </a:pathLst>
          </a:custGeom>
          <a:solidFill>
            <a:srgbClr val="6B5E62"/>
          </a:solidFill>
        </p:spPr>
        <p:txBody>
          <a:bodyPr rtlCol="0" anchor="ctr">
            <a:noAutofit/>
          </a:bodyPr>
          <a:lstStyle/>
          <a:p>
            <a:endParaRPr lang="en-US" dirty="0"/>
          </a:p>
        </p:txBody>
      </p:sp>
      <p:sp>
        <p:nvSpPr>
          <p:cNvPr id="10" name="shape-4256">
            <a:extLst>
              <a:ext uri="{FD0D2435-B1D3-44D8-AC0F-C6814B6FB778}">
                <a16:creationId xmlns:a16="http://schemas.microsoft.com/office/drawing/2010/main" xmlns:vt="http://schemas.openxmlformats.org/officeDocument/2006/docPropsVTypes" xmlns:ns1="http://schemas.openxmlformats.org/officeDocument/2006/extended-properties" xmlns:cs="http://schemas.microsoft.com/office/drawing/2012/chartStyle" xmlns:c="http://schemas.openxmlformats.org/drawingml/2006/chart" xmlns="" id="{5A09C4A8-A641-41BC-8CB1-8B888522324D}"/>
              </a:ext>
            </a:extLst>
          </p:cNvPr>
          <p:cNvSpPr/>
          <p:nvPr/>
        </p:nvSpPr>
        <p:spPr>
          <a:xfrm>
            <a:off x="1464564" y="-866"/>
            <a:ext cx="739997" cy="1351311"/>
          </a:xfrm>
          <a:custGeom>
            <a:avLst/>
            <a:gdLst/>
            <a:ahLst/>
            <a:cxnLst/>
            <a:rect l="0" t="0" r="r" b="b"/>
            <a:pathLst>
              <a:path w="739997" h="1351312">
                <a:moveTo>
                  <a:pt x="183356" y="0"/>
                </a:moveTo>
                <a:lnTo>
                  <a:pt x="739997" y="1351312"/>
                </a:lnTo>
                <a:lnTo>
                  <a:pt x="0" y="0"/>
                </a:lnTo>
                <a:lnTo>
                  <a:pt x="183356" y="0"/>
                </a:lnTo>
                <a:close/>
              </a:path>
            </a:pathLst>
          </a:custGeom>
          <a:solidFill>
            <a:srgbClr val="6B5E62"/>
          </a:solidFill>
        </p:spPr>
        <p:txBody>
          <a:bodyPr rtlCol="0" anchor="ctr">
            <a:noAutofit/>
          </a:bodyPr>
          <a:lstStyle/>
          <a:p>
            <a:endParaRPr lang="en-US" dirty="0"/>
          </a:p>
        </p:txBody>
      </p:sp>
      <p:sp>
        <p:nvSpPr>
          <p:cNvPr id="11" name="shape-EBCF">
            <a:extLst>
              <a:ext uri="{09615B5A-D2A1-4A5E-B4A6-6EF644DB13BB}">
                <a16:creationId xmlns:a16="http://schemas.microsoft.com/office/drawing/2010/main" xmlns:vt="http://schemas.openxmlformats.org/officeDocument/2006/docPropsVTypes" xmlns:ns1="http://schemas.openxmlformats.org/officeDocument/2006/extended-properties" xmlns:cs="http://schemas.microsoft.com/office/drawing/2012/chartStyle" xmlns:c="http://schemas.openxmlformats.org/drawingml/2006/chart" xmlns="" id="{2A3A1401-3DD7-4CD8-BB27-539E337371E5}"/>
              </a:ext>
            </a:extLst>
          </p:cNvPr>
          <p:cNvSpPr/>
          <p:nvPr/>
        </p:nvSpPr>
        <p:spPr>
          <a:xfrm>
            <a:off x="1255299" y="-866"/>
            <a:ext cx="949261" cy="1351311"/>
          </a:xfrm>
          <a:custGeom>
            <a:avLst/>
            <a:gdLst/>
            <a:ahLst/>
            <a:cxnLst/>
            <a:rect l="0" t="0" r="r" b="b"/>
            <a:pathLst>
              <a:path w="949262" h="1351312">
                <a:moveTo>
                  <a:pt x="0" y="0"/>
                </a:moveTo>
                <a:lnTo>
                  <a:pt x="949262" y="1351312"/>
                </a:lnTo>
                <a:lnTo>
                  <a:pt x="209264" y="0"/>
                </a:lnTo>
                <a:lnTo>
                  <a:pt x="0" y="0"/>
                </a:lnTo>
                <a:close/>
              </a:path>
            </a:pathLst>
          </a:custGeom>
          <a:solidFill>
            <a:srgbClr val="4D4346"/>
          </a:solidFill>
        </p:spPr>
        <p:txBody>
          <a:bodyPr rtlCol="0" anchor="ctr">
            <a:noAutofit/>
          </a:bodyPr>
          <a:lstStyle/>
          <a:p>
            <a:endParaRPr lang="en-US" dirty="0"/>
          </a:p>
        </p:txBody>
      </p:sp>
      <p:sp>
        <p:nvSpPr>
          <p:cNvPr id="12" name="shape-AAAD">
            <a:extLst>
              <a:ext uri="{3A49D8CF-2F5C-45C5-8AD5-D97083434978}">
                <a16:creationId xmlns:a16="http://schemas.microsoft.com/office/drawing/2010/main" xmlns:vt="http://schemas.openxmlformats.org/officeDocument/2006/docPropsVTypes" xmlns:ns1="http://schemas.openxmlformats.org/officeDocument/2006/extended-properties" xmlns:cs="http://schemas.microsoft.com/office/drawing/2012/chartStyle" xmlns:c="http://schemas.openxmlformats.org/drawingml/2006/chart" xmlns="" id="{AFA6B700-736C-42A2-ABC6-313E2AE067B0}"/>
              </a:ext>
            </a:extLst>
          </p:cNvPr>
          <p:cNvSpPr/>
          <p:nvPr/>
        </p:nvSpPr>
        <p:spPr>
          <a:xfrm>
            <a:off x="1978152" y="-866"/>
            <a:ext cx="1658683" cy="3365373"/>
          </a:xfrm>
          <a:custGeom>
            <a:avLst/>
            <a:gdLst/>
            <a:ahLst/>
            <a:cxnLst/>
            <a:rect l="0" t="0" r="r" b="b"/>
            <a:pathLst>
              <a:path w="1658684" h="3365373">
                <a:moveTo>
                  <a:pt x="1658684" y="3365373"/>
                </a:moveTo>
                <a:lnTo>
                  <a:pt x="437864" y="0"/>
                </a:lnTo>
                <a:lnTo>
                  <a:pt x="0" y="0"/>
                </a:lnTo>
                <a:lnTo>
                  <a:pt x="1658684" y="3365373"/>
                </a:lnTo>
                <a:close/>
              </a:path>
            </a:pathLst>
          </a:custGeom>
          <a:solidFill>
            <a:schemeClr val="tx1">
              <a:lumMod val="85000"/>
              <a:lumOff val="15000"/>
            </a:schemeClr>
          </a:solidFill>
        </p:spPr>
        <p:txBody>
          <a:bodyPr rtlCol="0" anchor="ctr">
            <a:noAutofit/>
          </a:bodyPr>
          <a:lstStyle/>
          <a:p>
            <a:endParaRPr lang="en-US" dirty="0"/>
          </a:p>
        </p:txBody>
      </p:sp>
      <p:sp>
        <p:nvSpPr>
          <p:cNvPr id="13" name="shape-255A">
            <a:extLst>
              <a:ext uri="{55123249-5FB3-41D7-A6A8-3791CCFCEDDD}">
                <a16:creationId xmlns:a16="http://schemas.microsoft.com/office/drawing/2010/main" xmlns:vt="http://schemas.openxmlformats.org/officeDocument/2006/docPropsVTypes" xmlns:ns1="http://schemas.openxmlformats.org/officeDocument/2006/extended-properties" xmlns:cs="http://schemas.microsoft.com/office/drawing/2012/chartStyle" xmlns:c="http://schemas.openxmlformats.org/drawingml/2006/chart" xmlns="" id="{94874AB6-87DA-417C-ADD8-0C6979583910}"/>
              </a:ext>
            </a:extLst>
          </p:cNvPr>
          <p:cNvSpPr/>
          <p:nvPr/>
        </p:nvSpPr>
        <p:spPr>
          <a:xfrm>
            <a:off x="2416016" y="-866"/>
            <a:ext cx="1220819" cy="3365373"/>
          </a:xfrm>
          <a:custGeom>
            <a:avLst/>
            <a:gdLst/>
            <a:ahLst/>
            <a:cxnLst/>
            <a:rect l="0" t="0" r="r" b="b"/>
            <a:pathLst>
              <a:path w="1220819" h="3365373">
                <a:moveTo>
                  <a:pt x="1220819" y="3365373"/>
                </a:moveTo>
                <a:lnTo>
                  <a:pt x="0" y="0"/>
                </a:lnTo>
                <a:lnTo>
                  <a:pt x="391478" y="0"/>
                </a:lnTo>
                <a:lnTo>
                  <a:pt x="1220819" y="3365373"/>
                </a:lnTo>
                <a:close/>
              </a:path>
            </a:pathLst>
          </a:custGeom>
          <a:solidFill>
            <a:schemeClr val="tx1">
              <a:lumMod val="65000"/>
              <a:lumOff val="35000"/>
            </a:schemeClr>
          </a:solidFill>
        </p:spPr>
        <p:txBody>
          <a:bodyPr rtlCol="0" anchor="ctr">
            <a:noAutofit/>
          </a:bodyPr>
          <a:lstStyle/>
          <a:p>
            <a:endParaRPr lang="en-US" dirty="0"/>
          </a:p>
        </p:txBody>
      </p:sp>
      <p:grpSp>
        <p:nvGrpSpPr>
          <p:cNvPr id="14" name="Group 13">
            <a:extLst>
              <a:ext uri="{13357EE3-A85B-4CF3-A2AD-9A2CF86FA14F}">
                <a16:creationId xmlns:a16="http://schemas.microsoft.com/office/drawing/2010/main" xmlns:vt="http://schemas.openxmlformats.org/officeDocument/2006/docPropsVTypes" xmlns:ns1="http://schemas.openxmlformats.org/officeDocument/2006/extended-properties" xmlns:cs="http://schemas.microsoft.com/office/drawing/2012/chartStyle" xmlns:c="http://schemas.openxmlformats.org/drawingml/2006/chart" xmlns="" id="{584CDF06-C395-457D-A3D1-BF90110E76AE}"/>
              </a:ext>
            </a:extLst>
          </p:cNvPr>
          <p:cNvGrpSpPr>
            <a:grpSpLocks noChangeAspect="1"/>
          </p:cNvGrpSpPr>
          <p:nvPr/>
        </p:nvGrpSpPr>
        <p:grpSpPr>
          <a:xfrm>
            <a:off x="7101192" y="1159764"/>
            <a:ext cx="1681734" cy="1497234"/>
            <a:chOff x="0" y="0"/>
            <a:chExt cx="1681734" cy="1497234"/>
          </a:xfrm>
        </p:grpSpPr>
        <p:grpSp>
          <p:nvGrpSpPr>
            <p:cNvPr id="15" name="shape-5FAC">
              <a:extLst>
                <a:ext uri="{62D0D4CC-5A15-4E97-936F-66E39BCA4D76}">
                  <a16:creationId xmlns:a16="http://schemas.microsoft.com/office/drawing/2010/main" xmlns:vt="http://schemas.openxmlformats.org/officeDocument/2006/docPropsVTypes" xmlns:ns1="http://schemas.openxmlformats.org/officeDocument/2006/extended-properties" xmlns:cs="http://schemas.microsoft.com/office/drawing/2012/chartStyle" xmlns:c="http://schemas.openxmlformats.org/drawingml/2006/chart" xmlns="" id="{7E0FF7D1-AF25-4C4C-943A-94E9A048F003}"/>
                </a:ext>
              </a:extLst>
            </p:cNvPr>
            <p:cNvGrpSpPr/>
            <p:nvPr/>
          </p:nvGrpSpPr>
          <p:grpSpPr>
            <a:xfrm>
              <a:off x="9525" y="9525"/>
              <a:ext cx="1662684" cy="1478184"/>
              <a:chOff x="9525" y="9525"/>
              <a:chExt cx="1662684" cy="1478184"/>
            </a:xfrm>
          </p:grpSpPr>
          <p:sp>
            <p:nvSpPr>
              <p:cNvPr id="16" name="shape-EE30">
                <a:extLst>
                  <a:ext uri="{06D18C29-E87E-4582-BE5A-9253A73DD9F7}">
                    <a16:creationId xmlns:a16="http://schemas.microsoft.com/office/drawing/2010/main" xmlns:vt="http://schemas.openxmlformats.org/officeDocument/2006/docPropsVTypes" xmlns:ns1="http://schemas.openxmlformats.org/officeDocument/2006/extended-properties" xmlns:cs="http://schemas.microsoft.com/office/drawing/2012/chartStyle" xmlns:c="http://schemas.openxmlformats.org/drawingml/2006/chart" xmlns="" id="{3C8366D7-D012-4834-8510-864C75881521}"/>
                  </a:ext>
                </a:extLst>
              </p:cNvPr>
              <p:cNvSpPr/>
              <p:nvPr/>
            </p:nvSpPr>
            <p:spPr>
              <a:xfrm>
                <a:off x="9525" y="9525"/>
                <a:ext cx="1662684" cy="1478184"/>
              </a:xfrm>
              <a:custGeom>
                <a:avLst/>
                <a:gdLst/>
                <a:ahLst/>
                <a:cxnLst/>
                <a:rect l="0" t="0" r="r" b="b"/>
                <a:pathLst>
                  <a:path w="1662684" h="1478185">
                    <a:moveTo>
                      <a:pt x="1662684" y="1478185"/>
                    </a:moveTo>
                    <a:lnTo>
                      <a:pt x="1662684" y="131350"/>
                    </a:lnTo>
                    <a:cubicBezTo>
                      <a:pt x="1662684" y="58769"/>
                      <a:pt x="1603915" y="0"/>
                      <a:pt x="1531334" y="0"/>
                    </a:cubicBezTo>
                    <a:lnTo>
                      <a:pt x="0" y="0"/>
                    </a:lnTo>
                  </a:path>
                </a:pathLst>
              </a:custGeom>
              <a:ln w="19050" cap="rnd">
                <a:solidFill>
                  <a:srgbClr val="6B5E62"/>
                </a:solidFill>
                <a:prstDash val="solid"/>
              </a:ln>
            </p:spPr>
            <p:txBody>
              <a:bodyPr rtlCol="0" anchor="ctr">
                <a:noAutofit/>
              </a:bodyPr>
              <a:lstStyle/>
              <a:p>
                <a:pPr algn="ctr"/>
                <a:endParaRPr lang="en-US" dirty="0"/>
              </a:p>
            </p:txBody>
          </p:sp>
        </p:grpSp>
      </p:grpSp>
      <p:grpSp>
        <p:nvGrpSpPr>
          <p:cNvPr id="17" name="Group 16">
            <a:extLst>
              <a:ext uri="{731E9715-318A-4949-BA5C-F32A01E351A7}">
                <a16:creationId xmlns:a16="http://schemas.microsoft.com/office/drawing/2010/main" xmlns:vt="http://schemas.openxmlformats.org/officeDocument/2006/docPropsVTypes" xmlns:ns1="http://schemas.openxmlformats.org/officeDocument/2006/extended-properties" xmlns:cs="http://schemas.microsoft.com/office/drawing/2012/chartStyle" xmlns:c="http://schemas.openxmlformats.org/drawingml/2006/chart" xmlns="" id="{69F73A96-643D-483F-BC28-506351847486}"/>
              </a:ext>
            </a:extLst>
          </p:cNvPr>
          <p:cNvGrpSpPr>
            <a:grpSpLocks noChangeAspect="1"/>
          </p:cNvGrpSpPr>
          <p:nvPr/>
        </p:nvGrpSpPr>
        <p:grpSpPr>
          <a:xfrm flipH="1" flipV="1">
            <a:off x="3793788" y="2656998"/>
            <a:ext cx="833666" cy="742188"/>
            <a:chOff x="0" y="0"/>
            <a:chExt cx="1681734" cy="1497234"/>
          </a:xfrm>
        </p:grpSpPr>
        <p:grpSp>
          <p:nvGrpSpPr>
            <p:cNvPr id="18" name="shape-5FAC">
              <a:extLst>
                <a:ext uri="{1C989BD5-0B0E-4512-8165-EDA0C7D4BB9E}">
                  <a16:creationId xmlns:a16="http://schemas.microsoft.com/office/drawing/2010/main" xmlns:vt="http://schemas.openxmlformats.org/officeDocument/2006/docPropsVTypes" xmlns:ns1="http://schemas.openxmlformats.org/officeDocument/2006/extended-properties" xmlns:cs="http://schemas.microsoft.com/office/drawing/2012/chartStyle" xmlns:c="http://schemas.openxmlformats.org/drawingml/2006/chart" xmlns="" id="{6D744323-9673-4A34-B8C7-0AA1DD31FDB0}"/>
                </a:ext>
              </a:extLst>
            </p:cNvPr>
            <p:cNvGrpSpPr/>
            <p:nvPr/>
          </p:nvGrpSpPr>
          <p:grpSpPr>
            <a:xfrm>
              <a:off x="9525" y="9525"/>
              <a:ext cx="1662684" cy="1478184"/>
              <a:chOff x="9525" y="9525"/>
              <a:chExt cx="1662684" cy="1478184"/>
            </a:xfrm>
          </p:grpSpPr>
          <p:sp>
            <p:nvSpPr>
              <p:cNvPr id="19" name="shape-EE30">
                <a:extLst>
                  <a:ext uri="{12B57255-C237-4911-8CAD-45062936DF80}">
                    <a16:creationId xmlns:a16="http://schemas.microsoft.com/office/drawing/2010/main" xmlns:vt="http://schemas.openxmlformats.org/officeDocument/2006/docPropsVTypes" xmlns:ns1="http://schemas.openxmlformats.org/officeDocument/2006/extended-properties" xmlns:cs="http://schemas.microsoft.com/office/drawing/2012/chartStyle" xmlns:c="http://schemas.openxmlformats.org/drawingml/2006/chart" xmlns="" id="{1568E2C2-4B98-4FFB-B296-D5903E27A530}"/>
                  </a:ext>
                </a:extLst>
              </p:cNvPr>
              <p:cNvSpPr/>
              <p:nvPr/>
            </p:nvSpPr>
            <p:spPr>
              <a:xfrm>
                <a:off x="9525" y="9525"/>
                <a:ext cx="1662684" cy="1478184"/>
              </a:xfrm>
              <a:custGeom>
                <a:avLst/>
                <a:gdLst/>
                <a:ahLst/>
                <a:cxnLst/>
                <a:rect l="0" t="0" r="r" b="b"/>
                <a:pathLst>
                  <a:path w="1662684" h="1478185">
                    <a:moveTo>
                      <a:pt x="1662684" y="1478185"/>
                    </a:moveTo>
                    <a:lnTo>
                      <a:pt x="1662684" y="131350"/>
                    </a:lnTo>
                    <a:cubicBezTo>
                      <a:pt x="1662684" y="58769"/>
                      <a:pt x="1603915" y="0"/>
                      <a:pt x="1531334" y="0"/>
                    </a:cubicBezTo>
                    <a:lnTo>
                      <a:pt x="0" y="0"/>
                    </a:lnTo>
                  </a:path>
                </a:pathLst>
              </a:custGeom>
              <a:ln w="19050" cap="rnd">
                <a:solidFill>
                  <a:srgbClr val="6B5E62"/>
                </a:solidFill>
                <a:prstDash val="solid"/>
              </a:ln>
            </p:spPr>
            <p:txBody>
              <a:bodyPr rtlCol="0" anchor="ctr">
                <a:noAutofit/>
              </a:bodyPr>
              <a:lstStyle/>
              <a:p>
                <a:pPr algn="ctr"/>
                <a:endParaRPr lang="en-US" dirty="0"/>
              </a:p>
            </p:txBody>
          </p:sp>
        </p:grpSp>
      </p:grpSp>
    </p:spTree>
    <p:extLst>
      <p:ext uri="{77CA633B-CDDA-4BF9-9DE7-A2ECA74204B3}">
        <p14:creationId xmlns:p14="http://schemas.microsoft.com/office/powerpoint/2010/main" xmlns:vt="http://schemas.openxmlformats.org/officeDocument/2006/docPropsVTypes" xmlns:ns1="http://schemas.openxmlformats.org/officeDocument/2006/extended-properties" xmlns:cs="http://schemas.microsoft.com/office/drawing/2012/chartStyle" xmlns:c="http://schemas.openxmlformats.org/drawingml/2006/chart" xmlns="" val="176030419523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7">
            <a:extLst>
              <a:ext uri="{A1AAA738-80BB-41AA-8711-F8A1D01AB082}">
                <a16:creationId xmlns:a16="http://schemas.microsoft.com/office/drawing/2010/main" xmlns:vt="http://schemas.openxmlformats.org/officeDocument/2006/docPropsVTypes" xmlns:ns1="http://schemas.openxmlformats.org/officeDocument/2006/extended-properties" xmlns:cs="http://schemas.microsoft.com/office/drawing/2012/chartStyle" xmlns:c="http://schemas.openxmlformats.org/drawingml/2006/chart" xmlns="" id="{B3EB4893-420D-4AAC-AA59-357CB0E692ED}"/>
              </a:ext>
            </a:extLst>
          </p:cNvPr>
          <p:cNvSpPr>
            <a:spLocks noGrp="1"/>
          </p:cNvSpPr>
          <p:nvPr>
            <p:ph type="title"/>
          </p:nvPr>
        </p:nvSpPr>
        <p:spPr>
          <a:xfrm>
            <a:off x="762000" y="668455"/>
            <a:ext cx="6953250" cy="571500"/>
          </a:xfrm>
        </p:spPr>
        <p:txBody>
          <a:bodyPr rtlCol="0"/>
          <a:lstStyle>
            <a:lvl1pPr lvl="0"/>
          </a:lstStyle>
          <a:p>
            <a:r>
              <a:rPr lang="en-US" dirty="0"/>
              <a:t>Click to edit Master title style</a:t>
            </a:r>
          </a:p>
        </p:txBody>
      </p:sp>
      <p:sp>
        <p:nvSpPr>
          <p:cNvPr id="3" name="Content Placeholder 2">
            <a:extLst>
              <a:ext uri="{D837DB68-0006-494F-913D-4D215C6CC4B6}">
                <a16:creationId xmlns:a16="http://schemas.microsoft.com/office/drawing/2010/main" xmlns:vt="http://schemas.openxmlformats.org/officeDocument/2006/docPropsVTypes" xmlns:ns1="http://schemas.openxmlformats.org/officeDocument/2006/extended-properties" xmlns:cs="http://schemas.microsoft.com/office/drawing/2012/chartStyle" xmlns:c="http://schemas.openxmlformats.org/drawingml/2006/chart" xmlns="" id="{028AC424-AC27-4805-B6AE-A6007BEBF18B}"/>
              </a:ext>
            </a:extLst>
          </p:cNvPr>
          <p:cNvSpPr>
            <a:spLocks noGrp="1"/>
          </p:cNvSpPr>
          <p:nvPr>
            <p:ph idx="1"/>
          </p:nvPr>
        </p:nvSpPr>
        <p:spPr/>
        <p:txBody>
          <a:bodyPr rtlCol="0"/>
          <a:lstStyle>
            <a:lvl1pPr lvl="0"/>
            <a:lvl2pPr lvl="1"/>
            <a:lvl3pPr lvl="2"/>
            <a:lvl4pPr lvl="3"/>
            <a:lvl5pPr lvl="4"/>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Slide Number Placeholder 4">
            <a:extLst>
              <a:ext uri="{8B0DB639-DC82-450F-B2A0-9F4448217ED7}">
                <a16:creationId xmlns:a16="http://schemas.microsoft.com/office/drawing/2010/main" xmlns:vt="http://schemas.openxmlformats.org/officeDocument/2006/docPropsVTypes" xmlns:ns1="http://schemas.openxmlformats.org/officeDocument/2006/extended-properties" xmlns:cs="http://schemas.microsoft.com/office/drawing/2012/chartStyle" xmlns:c="http://schemas.openxmlformats.org/drawingml/2006/chart" xmlns="" id="{ADB6D180-2164-4E68-BABE-11DDE5C25B8E}"/>
              </a:ext>
            </a:extLst>
          </p:cNvPr>
          <p:cNvSpPr>
            <a:spLocks noGrp="1"/>
          </p:cNvSpPr>
          <p:nvPr>
            <p:ph type="sldNum" sz="quarter" idx="12"/>
          </p:nvPr>
        </p:nvSpPr>
        <p:spPr/>
        <p:txBody>
          <a:bodyPr rtlCol="0"/>
          <a:lstStyle/>
          <a:p>
            <a:r>
              <a:rPr lang="en-US" dirty="0"/>
              <a:t>&lt;#&gt;</a:t>
            </a:r>
          </a:p>
        </p:txBody>
      </p:sp>
      <p:sp>
        <p:nvSpPr>
          <p:cNvPr id="5" name="Footer Placeholder 3">
            <a:extLst>
              <a:ext uri="{C011C853-1EBD-4385-B4DC-75EA94C20651}">
                <a16:creationId xmlns:a16="http://schemas.microsoft.com/office/drawing/2010/main" xmlns:vt="http://schemas.openxmlformats.org/officeDocument/2006/docPropsVTypes" xmlns:ns1="http://schemas.openxmlformats.org/officeDocument/2006/extended-properties" xmlns:cs="http://schemas.microsoft.com/office/drawing/2012/chartStyle" xmlns:c="http://schemas.openxmlformats.org/drawingml/2006/chart" xmlns="" id="{F4922F6A-824F-4BEE-9369-295585335C14}"/>
              </a:ext>
            </a:extLst>
          </p:cNvPr>
          <p:cNvSpPr>
            <a:spLocks noGrp="1"/>
          </p:cNvSpPr>
          <p:nvPr>
            <p:ph type="ftr" sz="quarter" idx="11"/>
          </p:nvPr>
        </p:nvSpPr>
        <p:spPr/>
        <p:txBody>
          <a:bodyPr rtlCol="0"/>
          <a:lstStyle/>
          <a:p>
            <a:r>
              <a:rPr lang="en-US" dirty="0"/>
              <a:t>Footer</a:t>
            </a:r>
          </a:p>
        </p:txBody>
      </p:sp>
      <p:sp>
        <p:nvSpPr>
          <p:cNvPr id="6" name="Date Placeholder 1">
            <a:extLst>
              <a:ext uri="{0BC1523F-FB4E-4C89-A98C-9652EAFF5B0F}">
                <a16:creationId xmlns:a16="http://schemas.microsoft.com/office/drawing/2010/main" xmlns:vt="http://schemas.openxmlformats.org/officeDocument/2006/docPropsVTypes" xmlns:ns1="http://schemas.openxmlformats.org/officeDocument/2006/extended-properties" xmlns:cs="http://schemas.microsoft.com/office/drawing/2012/chartStyle" xmlns:c="http://schemas.openxmlformats.org/drawingml/2006/chart" xmlns="" id="{50B37388-1068-4767-95C5-02DDAECE54D1}"/>
              </a:ext>
            </a:extLst>
          </p:cNvPr>
          <p:cNvSpPr>
            <a:spLocks noGrp="1"/>
          </p:cNvSpPr>
          <p:nvPr>
            <p:ph type="dt" sz="half" idx="10"/>
          </p:nvPr>
        </p:nvSpPr>
        <p:spPr/>
        <p:txBody>
          <a:bodyPr rtlCol="0"/>
          <a:lstStyle/>
          <a:p>
            <a:r>
              <a:rPr lang="en-US" dirty="0"/>
              <a:t>Date</a:t>
            </a:r>
          </a:p>
        </p:txBody>
      </p:sp>
      <p:sp>
        <p:nvSpPr>
          <p:cNvPr id="7" name="Rectangle 6">
            <a:extLst>
              <a:ext uri="{0DF4E1F5-713A-4A6E-92CA-AF2322C9EA69}">
                <a16:creationId xmlns:a16="http://schemas.microsoft.com/office/drawing/2010/main" xmlns:vt="http://schemas.openxmlformats.org/officeDocument/2006/docPropsVTypes" xmlns:ns1="http://schemas.openxmlformats.org/officeDocument/2006/extended-properties" xmlns:cs="http://schemas.microsoft.com/office/drawing/2012/chartStyle" xmlns:c="http://schemas.openxmlformats.org/drawingml/2006/chart" xmlns="" id="{A9A3C061-6BC3-4BBC-857C-73C27817FBD8}"/>
              </a:ext>
            </a:extLst>
          </p:cNvPr>
          <p:cNvSpPr/>
          <p:nvPr/>
        </p:nvSpPr>
        <p:spPr>
          <a:xfrm>
            <a:off x="0" y="4980784"/>
            <a:ext cx="9144000" cy="160982"/>
          </a:xfrm>
          <a:prstGeom prst="rect">
            <a:avLst/>
          </a:prstGeom>
          <a:solidFill>
            <a:schemeClr val="bg2">
              <a:lumMod val="65000"/>
            </a:schemeClr>
          </a:solidFill>
          <a:effectLst/>
        </p:spPr>
        <p:style>
          <a:lnRef idx="1">
            <a:schemeClr val="accent1">
              <a:shade val="50000"/>
            </a:schemeClr>
          </a:lnRef>
          <a:fillRef idx="1">
            <a:schemeClr val="accent1"/>
          </a:fillRef>
          <a:effectRef idx="0">
            <a:schemeClr val="accent1"/>
          </a:effectRef>
          <a:fontRef idx="minor">
            <a:srgbClr val="FFFFFF"/>
          </a:fontRef>
        </p:style>
        <p:txBody>
          <a:bodyPr rtlCol="0" anchor="ctr">
            <a:noAutofit/>
          </a:bodyPr>
          <a:lstStyle/>
          <a:p>
            <a:endParaRPr lang="en-US" dirty="0"/>
          </a:p>
        </p:txBody>
      </p:sp>
      <p:grpSp>
        <p:nvGrpSpPr>
          <p:cNvPr id="8" name="Group 7">
            <a:extLst>
              <a:ext uri="{DEC15452-0300-492D-837B-0A49678B6B5E}">
                <a16:creationId xmlns:a16="http://schemas.microsoft.com/office/drawing/2010/main" xmlns:vt="http://schemas.openxmlformats.org/officeDocument/2006/docPropsVTypes" xmlns:ns1="http://schemas.openxmlformats.org/officeDocument/2006/extended-properties" xmlns:cs="http://schemas.microsoft.com/office/drawing/2012/chartStyle" xmlns:c="http://schemas.openxmlformats.org/drawingml/2006/chart" xmlns="" id="{BE922EC8-DD66-458B-961E-442320B9FA77}"/>
              </a:ext>
            </a:extLst>
          </p:cNvPr>
          <p:cNvGrpSpPr>
            <a:grpSpLocks noChangeAspect="1"/>
          </p:cNvGrpSpPr>
          <p:nvPr/>
        </p:nvGrpSpPr>
        <p:grpSpPr>
          <a:xfrm>
            <a:off x="7767818" y="945232"/>
            <a:ext cx="1014136" cy="1497234"/>
            <a:chOff x="0" y="0"/>
            <a:chExt cx="1681734" cy="1497234"/>
          </a:xfrm>
        </p:grpSpPr>
        <p:grpSp>
          <p:nvGrpSpPr>
            <p:cNvPr id="9" name="shape-5FAC">
              <a:extLst>
                <a:ext uri="{7A03475C-CFC0-494D-A324-3FF9C24D4082}">
                  <a16:creationId xmlns:a16="http://schemas.microsoft.com/office/drawing/2010/main" xmlns:vt="http://schemas.openxmlformats.org/officeDocument/2006/docPropsVTypes" xmlns:ns1="http://schemas.openxmlformats.org/officeDocument/2006/extended-properties" xmlns:cs="http://schemas.microsoft.com/office/drawing/2012/chartStyle" xmlns:c="http://schemas.openxmlformats.org/drawingml/2006/chart" xmlns="" id="{2BDFE087-DB86-4E41-96B5-A7B9225DAF2C}"/>
                </a:ext>
              </a:extLst>
            </p:cNvPr>
            <p:cNvGrpSpPr/>
            <p:nvPr/>
          </p:nvGrpSpPr>
          <p:grpSpPr>
            <a:xfrm>
              <a:off x="9525" y="9525"/>
              <a:ext cx="1662684" cy="1478184"/>
              <a:chOff x="9525" y="9525"/>
              <a:chExt cx="1662684" cy="1478184"/>
            </a:xfrm>
          </p:grpSpPr>
          <p:sp>
            <p:nvSpPr>
              <p:cNvPr id="10" name="shape-EE30">
                <a:extLst>
                  <a:ext uri="{C124C58E-E317-4DF2-8562-C86665830C95}">
                    <a16:creationId xmlns:a16="http://schemas.microsoft.com/office/drawing/2010/main" xmlns:vt="http://schemas.openxmlformats.org/officeDocument/2006/docPropsVTypes" xmlns:ns1="http://schemas.openxmlformats.org/officeDocument/2006/extended-properties" xmlns:cs="http://schemas.microsoft.com/office/drawing/2012/chartStyle" xmlns:c="http://schemas.openxmlformats.org/drawingml/2006/chart" xmlns="" id="{75F7560F-D345-4FB4-9904-26092E9698AD}"/>
                  </a:ext>
                </a:extLst>
              </p:cNvPr>
              <p:cNvSpPr/>
              <p:nvPr/>
            </p:nvSpPr>
            <p:spPr>
              <a:xfrm>
                <a:off x="9525" y="9525"/>
                <a:ext cx="1662684" cy="1478184"/>
              </a:xfrm>
              <a:custGeom>
                <a:avLst/>
                <a:gdLst/>
                <a:ahLst/>
                <a:cxnLst/>
                <a:rect l="0" t="0" r="r" b="b"/>
                <a:pathLst>
                  <a:path w="1662684" h="1478185">
                    <a:moveTo>
                      <a:pt x="1662684" y="1478185"/>
                    </a:moveTo>
                    <a:lnTo>
                      <a:pt x="1662684" y="131350"/>
                    </a:lnTo>
                    <a:cubicBezTo>
                      <a:pt x="1662684" y="58769"/>
                      <a:pt x="1603915" y="0"/>
                      <a:pt x="1531334" y="0"/>
                    </a:cubicBezTo>
                    <a:lnTo>
                      <a:pt x="0" y="0"/>
                    </a:lnTo>
                  </a:path>
                </a:pathLst>
              </a:custGeom>
              <a:ln w="19050" cap="rnd">
                <a:solidFill>
                  <a:srgbClr val="6B5E62"/>
                </a:solidFill>
                <a:prstDash val="solid"/>
              </a:ln>
            </p:spPr>
            <p:txBody>
              <a:bodyPr rtlCol="0" anchor="ctr">
                <a:noAutofit/>
              </a:bodyPr>
              <a:lstStyle/>
              <a:p>
                <a:pPr algn="ctr"/>
                <a:endParaRPr lang="en-US" dirty="0"/>
              </a:p>
            </p:txBody>
          </p:sp>
        </p:grpSp>
      </p:grpSp>
    </p:spTree>
    <p:extLst>
      <p:ext uri="{74E1E37A-DC25-4415-B018-310DF8DC8BD0}">
        <p14:creationId xmlns:p14="http://schemas.microsoft.com/office/powerpoint/2010/main" xmlns:vt="http://schemas.openxmlformats.org/officeDocument/2006/docPropsVTypes" xmlns:ns1="http://schemas.openxmlformats.org/officeDocument/2006/extended-properties" xmlns:cs="http://schemas.microsoft.com/office/drawing/2012/chartStyle" xmlns:c="http://schemas.openxmlformats.org/drawingml/2006/chart" xmlns="" val="176030419523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Rectangle 1">
            <a:extLst>
              <a:ext uri="{68DAB4CC-3160-4BD0-8C72-D6C1044F99F1}">
                <a16:creationId xmlns:a16="http://schemas.microsoft.com/office/drawing/2010/main" xmlns:vt="http://schemas.openxmlformats.org/officeDocument/2006/docPropsVTypes" xmlns:ns1="http://schemas.openxmlformats.org/officeDocument/2006/extended-properties" xmlns:cs="http://schemas.microsoft.com/office/drawing/2012/chartStyle" xmlns:c="http://schemas.openxmlformats.org/drawingml/2006/chart" xmlns="" id="{E3A7E379-C71C-440D-B3F5-3FCEC3767157}"/>
              </a:ext>
            </a:extLst>
          </p:cNvPr>
          <p:cNvSpPr/>
          <p:nvPr/>
        </p:nvSpPr>
        <p:spPr>
          <a:xfrm>
            <a:off x="0" y="4980784"/>
            <a:ext cx="9144000" cy="160982"/>
          </a:xfrm>
          <a:prstGeom prst="rect">
            <a:avLst/>
          </a:prstGeom>
          <a:solidFill>
            <a:schemeClr val="bg2">
              <a:lumMod val="65000"/>
            </a:schemeClr>
          </a:solidFill>
          <a:effectLst/>
        </p:spPr>
        <p:style>
          <a:lnRef idx="1">
            <a:schemeClr val="accent1">
              <a:shade val="50000"/>
            </a:schemeClr>
          </a:lnRef>
          <a:fillRef idx="1">
            <a:schemeClr val="accent1"/>
          </a:fillRef>
          <a:effectRef idx="0">
            <a:schemeClr val="accent1"/>
          </a:effectRef>
          <a:fontRef idx="minor">
            <a:srgbClr val="FFFFFF"/>
          </a:fontRef>
        </p:style>
        <p:txBody>
          <a:bodyPr rtlCol="0" anchor="ctr">
            <a:noAutofit/>
          </a:bodyPr>
          <a:lstStyle/>
          <a:p>
            <a:endParaRPr lang="en-US" dirty="0"/>
          </a:p>
        </p:txBody>
      </p:sp>
      <p:sp>
        <p:nvSpPr>
          <p:cNvPr id="3" name="Text Placeholder 2">
            <a:extLst>
              <a:ext uri="{A2B251E9-E2C5-4506-AC5E-3A74DCD890BD}">
                <a16:creationId xmlns:a16="http://schemas.microsoft.com/office/drawing/2010/main" xmlns:vt="http://schemas.openxmlformats.org/officeDocument/2006/docPropsVTypes" xmlns:ns1="http://schemas.openxmlformats.org/officeDocument/2006/extended-properties" xmlns:cs="http://schemas.microsoft.com/office/drawing/2012/chartStyle" xmlns:c="http://schemas.openxmlformats.org/drawingml/2006/chart" xmlns="" id="{F8FB0558-B4C0-466B-BA68-8C1794967B0C}"/>
              </a:ext>
            </a:extLst>
          </p:cNvPr>
          <p:cNvSpPr>
            <a:spLocks noGrp="1"/>
          </p:cNvSpPr>
          <p:nvPr>
            <p:ph type="body"/>
          </p:nvPr>
        </p:nvSpPr>
        <p:spPr>
          <a:xfrm>
            <a:off x="762000" y="1620559"/>
            <a:ext cx="7620000" cy="511812"/>
          </a:xfrm>
          <a:prstGeom prst="rect">
            <a:avLst/>
          </a:prstGeom>
        </p:spPr>
        <p:txBody>
          <a:bodyPr rtlCol="0" anchor="b">
            <a:normAutofit/>
          </a:bodyPr>
          <a:lstStyle>
            <a:lvl1pPr lvl="0">
              <a:buNone/>
              <a:defRPr lang="en-US" sz="1400" dirty="0"/>
            </a:lvl1pPr>
            <a:lvl2pPr lvl="1"/>
            <a:lvl3pPr lvl="2"/>
            <a:lvl4pPr lvl="3"/>
            <a:lvl5pPr lvl="4"/>
            <a:lvl6pPr lvl="5"/>
            <a:lvl7pPr lvl="6"/>
            <a:lvl8pPr lvl="7"/>
            <a:lvl9pPr lvl="8"/>
          </a:lstStyle>
          <a:p>
            <a:pPr lvl="0"/>
            <a:r>
              <a:rPr lang="en-US" dirty="0"/>
              <a:t>Click to edit Master text styles</a:t>
            </a:r>
          </a:p>
        </p:txBody>
      </p:sp>
      <p:sp>
        <p:nvSpPr>
          <p:cNvPr id="4" name="Title 1">
            <a:extLst>
              <a:ext uri="{02DA15ED-7AE0-44FF-A6AA-6AEB60192D85}">
                <a16:creationId xmlns:a16="http://schemas.microsoft.com/office/drawing/2010/main" xmlns:vt="http://schemas.openxmlformats.org/officeDocument/2006/docPropsVTypes" xmlns:ns1="http://schemas.openxmlformats.org/officeDocument/2006/extended-properties" xmlns:cs="http://schemas.microsoft.com/office/drawing/2012/chartStyle" xmlns:c="http://schemas.openxmlformats.org/drawingml/2006/chart" xmlns="" id="{F4390F87-0F70-4549-963D-4EBC54B97F57}"/>
              </a:ext>
            </a:extLst>
          </p:cNvPr>
          <p:cNvSpPr>
            <a:spLocks noGrp="1"/>
          </p:cNvSpPr>
          <p:nvPr>
            <p:ph type="title" idx="1"/>
          </p:nvPr>
        </p:nvSpPr>
        <p:spPr>
          <a:xfrm>
            <a:off x="762000" y="2164162"/>
            <a:ext cx="7620000" cy="857250"/>
          </a:xfrm>
          <a:prstGeom prst="rect">
            <a:avLst/>
          </a:prstGeom>
        </p:spPr>
        <p:txBody>
          <a:bodyPr rtlCol="0" anchor="t"/>
          <a:lstStyle>
            <a:lvl1pPr lvl="0"/>
          </a:lstStyle>
          <a:p>
            <a:r>
              <a:rPr lang="en-US" dirty="0"/>
              <a:t>Click to edit Master title style</a:t>
            </a:r>
          </a:p>
        </p:txBody>
      </p:sp>
      <p:sp>
        <p:nvSpPr>
          <p:cNvPr id="5" name="Slide Number Placeholder 5">
            <a:extLst>
              <a:ext uri="{1F6A60D1-7DD3-4F52-AFEA-ABC9BE2341ED}">
                <a16:creationId xmlns:a16="http://schemas.microsoft.com/office/drawing/2010/main" xmlns:vt="http://schemas.openxmlformats.org/officeDocument/2006/docPropsVTypes" xmlns:ns1="http://schemas.openxmlformats.org/officeDocument/2006/extended-properties" xmlns:cs="http://schemas.microsoft.com/office/drawing/2012/chartStyle" xmlns:c="http://schemas.openxmlformats.org/drawingml/2006/chart" xmlns="" id="{D5513F6B-691D-4D79-87D5-1D464B6031AC}"/>
              </a:ext>
            </a:extLst>
          </p:cNvPr>
          <p:cNvSpPr>
            <a:spLocks noGrp="1"/>
          </p:cNvSpPr>
          <p:nvPr>
            <p:ph type="sldNum" sz="quarter" idx="12"/>
          </p:nvPr>
        </p:nvSpPr>
        <p:spPr/>
        <p:txBody>
          <a:bodyPr rtlCol="0"/>
          <a:lstStyle>
            <a:lvl1pPr lvl="0"/>
          </a:lstStyle>
          <a:p>
            <a:r>
              <a:rPr lang="en-US" dirty="0"/>
              <a:t>&lt;#&gt;</a:t>
            </a:r>
          </a:p>
        </p:txBody>
      </p:sp>
      <p:sp>
        <p:nvSpPr>
          <p:cNvPr id="6" name="Footer Placeholder 4">
            <a:extLst>
              <a:ext uri="{B91A4DFD-BA0E-40B4-BD60-510ECAC5DE1A}">
                <a16:creationId xmlns:a16="http://schemas.microsoft.com/office/drawing/2010/main" xmlns:vt="http://schemas.openxmlformats.org/officeDocument/2006/docPropsVTypes" xmlns:ns1="http://schemas.openxmlformats.org/officeDocument/2006/extended-properties" xmlns:cs="http://schemas.microsoft.com/office/drawing/2012/chartStyle" xmlns:c="http://schemas.openxmlformats.org/drawingml/2006/chart" xmlns="" id="{E8DC8610-CA14-4D30-8AD5-8C03BA9ADD5F}"/>
              </a:ext>
            </a:extLst>
          </p:cNvPr>
          <p:cNvSpPr>
            <a:spLocks noGrp="1"/>
          </p:cNvSpPr>
          <p:nvPr>
            <p:ph type="ftr" sz="quarter" idx="11"/>
          </p:nvPr>
        </p:nvSpPr>
        <p:spPr/>
        <p:txBody>
          <a:bodyPr rtlCol="0"/>
          <a:lstStyle>
            <a:lvl1pPr lvl="0"/>
          </a:lstStyle>
          <a:p>
            <a:r>
              <a:rPr lang="en-US" dirty="0"/>
              <a:t>Footer</a:t>
            </a:r>
          </a:p>
        </p:txBody>
      </p:sp>
      <p:sp>
        <p:nvSpPr>
          <p:cNvPr id="7" name="Date Placeholder 3">
            <a:extLst>
              <a:ext uri="{D17F4C53-7048-406B-A8B5-C63450785630}">
                <a16:creationId xmlns:a16="http://schemas.microsoft.com/office/drawing/2010/main" xmlns:vt="http://schemas.openxmlformats.org/officeDocument/2006/docPropsVTypes" xmlns:ns1="http://schemas.openxmlformats.org/officeDocument/2006/extended-properties" xmlns:cs="http://schemas.microsoft.com/office/drawing/2012/chartStyle" xmlns:c="http://schemas.openxmlformats.org/drawingml/2006/chart" xmlns="" id="{D011899D-352F-4B8C-BB10-0ED8ECEF2B10}"/>
              </a:ext>
            </a:extLst>
          </p:cNvPr>
          <p:cNvSpPr>
            <a:spLocks noGrp="1"/>
          </p:cNvSpPr>
          <p:nvPr>
            <p:ph type="dt" sz="half" idx="10"/>
          </p:nvPr>
        </p:nvSpPr>
        <p:spPr/>
        <p:txBody>
          <a:bodyPr rtlCol="0"/>
          <a:lstStyle>
            <a:lvl1pPr lvl="0"/>
          </a:lstStyle>
          <a:p>
            <a:r>
              <a:rPr lang="en-US" dirty="0"/>
              <a:t>Date</a:t>
            </a:r>
          </a:p>
        </p:txBody>
      </p:sp>
      <p:grpSp>
        <p:nvGrpSpPr>
          <p:cNvPr id="8" name="Group 7">
            <a:extLst>
              <a:ext uri="{A3145845-9892-4DF6-B3F9-E2EE5904952C}">
                <a16:creationId xmlns:a16="http://schemas.microsoft.com/office/drawing/2010/main" xmlns:vt="http://schemas.openxmlformats.org/officeDocument/2006/docPropsVTypes" xmlns:ns1="http://schemas.openxmlformats.org/officeDocument/2006/extended-properties" xmlns:cs="http://schemas.microsoft.com/office/drawing/2012/chartStyle" xmlns:c="http://schemas.openxmlformats.org/drawingml/2006/chart" xmlns="" id="{8337F40E-0645-42B9-A0B9-2168356F4DF3}"/>
              </a:ext>
            </a:extLst>
          </p:cNvPr>
          <p:cNvGrpSpPr>
            <a:grpSpLocks noChangeAspect="1"/>
          </p:cNvGrpSpPr>
          <p:nvPr/>
        </p:nvGrpSpPr>
        <p:grpSpPr>
          <a:xfrm rot="5400000" flipH="1" flipV="1">
            <a:off x="570147" y="1592722"/>
            <a:ext cx="1139104" cy="1014117"/>
            <a:chOff x="0" y="0"/>
            <a:chExt cx="1681734" cy="1497234"/>
          </a:xfrm>
        </p:grpSpPr>
        <p:grpSp>
          <p:nvGrpSpPr>
            <p:cNvPr id="9" name="shape-5FAC">
              <a:extLst>
                <a:ext uri="{58E9E55A-AE38-40ED-A4A5-694B2E19FD6F}">
                  <a16:creationId xmlns:a16="http://schemas.microsoft.com/office/drawing/2010/main" xmlns:vt="http://schemas.openxmlformats.org/officeDocument/2006/docPropsVTypes" xmlns:ns1="http://schemas.openxmlformats.org/officeDocument/2006/extended-properties" xmlns:cs="http://schemas.microsoft.com/office/drawing/2012/chartStyle" xmlns:c="http://schemas.openxmlformats.org/drawingml/2006/chart" xmlns="" id="{F8E06041-9F1E-4D40-821E-27378DA0524F}"/>
                </a:ext>
              </a:extLst>
            </p:cNvPr>
            <p:cNvGrpSpPr/>
            <p:nvPr/>
          </p:nvGrpSpPr>
          <p:grpSpPr>
            <a:xfrm>
              <a:off x="9525" y="9525"/>
              <a:ext cx="1662684" cy="1478184"/>
              <a:chOff x="9525" y="9525"/>
              <a:chExt cx="1662684" cy="1478184"/>
            </a:xfrm>
          </p:grpSpPr>
          <p:sp>
            <p:nvSpPr>
              <p:cNvPr id="10" name="shape-EE30">
                <a:extLst>
                  <a:ext uri="{B58DBB24-0BB3-491F-A842-DF7F77EEA513}">
                    <a16:creationId xmlns:a16="http://schemas.microsoft.com/office/drawing/2010/main" xmlns:vt="http://schemas.openxmlformats.org/officeDocument/2006/docPropsVTypes" xmlns:ns1="http://schemas.openxmlformats.org/officeDocument/2006/extended-properties" xmlns:cs="http://schemas.microsoft.com/office/drawing/2012/chartStyle" xmlns:c="http://schemas.openxmlformats.org/drawingml/2006/chart" xmlns="" id="{2162FDD0-59D0-419C-9736-F3FE222E7D1A}"/>
                  </a:ext>
                </a:extLst>
              </p:cNvPr>
              <p:cNvSpPr/>
              <p:nvPr/>
            </p:nvSpPr>
            <p:spPr>
              <a:xfrm>
                <a:off x="9525" y="9525"/>
                <a:ext cx="1662684" cy="1478184"/>
              </a:xfrm>
              <a:custGeom>
                <a:avLst/>
                <a:gdLst/>
                <a:ahLst/>
                <a:cxnLst/>
                <a:rect l="0" t="0" r="r" b="b"/>
                <a:pathLst>
                  <a:path w="1662684" h="1478185">
                    <a:moveTo>
                      <a:pt x="1662684" y="1478185"/>
                    </a:moveTo>
                    <a:lnTo>
                      <a:pt x="1662684" y="131350"/>
                    </a:lnTo>
                    <a:cubicBezTo>
                      <a:pt x="1662684" y="58769"/>
                      <a:pt x="1603915" y="0"/>
                      <a:pt x="1531334" y="0"/>
                    </a:cubicBezTo>
                    <a:lnTo>
                      <a:pt x="0" y="0"/>
                    </a:lnTo>
                  </a:path>
                </a:pathLst>
              </a:custGeom>
              <a:ln w="19050" cap="rnd">
                <a:solidFill>
                  <a:schemeClr val="tx1">
                    <a:lumMod val="50000"/>
                    <a:lumOff val="50000"/>
                  </a:schemeClr>
                </a:solidFill>
                <a:prstDash val="solid"/>
              </a:ln>
            </p:spPr>
            <p:txBody>
              <a:bodyPr rtlCol="0" anchor="ctr">
                <a:noAutofit/>
              </a:bodyPr>
              <a:lstStyle/>
              <a:p>
                <a:pPr algn="ctr"/>
                <a:endParaRPr lang="en-US" dirty="0"/>
              </a:p>
            </p:txBody>
          </p:sp>
        </p:grpSp>
      </p:grpSp>
      <p:grpSp>
        <p:nvGrpSpPr>
          <p:cNvPr id="11" name="Group 10">
            <a:extLst>
              <a:ext uri="{D32B28E4-1E89-45C4-893A-A3E75EDAD4A4}">
                <a16:creationId xmlns:a16="http://schemas.microsoft.com/office/drawing/2010/main" xmlns:vt="http://schemas.openxmlformats.org/officeDocument/2006/docPropsVTypes" xmlns:ns1="http://schemas.openxmlformats.org/officeDocument/2006/extended-properties" xmlns:cs="http://schemas.microsoft.com/office/drawing/2012/chartStyle" xmlns:c="http://schemas.openxmlformats.org/drawingml/2006/chart" xmlns="" id="{85543015-7B28-4886-A9EC-25B46AE94E4C}"/>
              </a:ext>
            </a:extLst>
          </p:cNvPr>
          <p:cNvGrpSpPr>
            <a:grpSpLocks noChangeAspect="1"/>
          </p:cNvGrpSpPr>
          <p:nvPr/>
        </p:nvGrpSpPr>
        <p:grpSpPr>
          <a:xfrm>
            <a:off x="8788899" y="3682717"/>
            <a:ext cx="362045" cy="1613535"/>
            <a:chOff x="0" y="-57150"/>
            <a:chExt cx="362045" cy="1613535"/>
          </a:xfrm>
        </p:grpSpPr>
        <p:grpSp>
          <p:nvGrpSpPr>
            <p:cNvPr id="12" name="shape-5754">
              <a:extLst>
                <a:ext uri="{4FD5D099-878B-485A-9DE0-66734EF99300}">
                  <a16:creationId xmlns:a16="http://schemas.microsoft.com/office/drawing/2010/main" xmlns:vt="http://schemas.openxmlformats.org/officeDocument/2006/docPropsVTypes" xmlns:ns1="http://schemas.openxmlformats.org/officeDocument/2006/extended-properties" xmlns:cs="http://schemas.microsoft.com/office/drawing/2012/chartStyle" xmlns:c="http://schemas.openxmlformats.org/drawingml/2006/chart" xmlns="" id="{0975FFA8-63BC-4411-B1C7-520DB854C922}"/>
                </a:ext>
              </a:extLst>
            </p:cNvPr>
            <p:cNvGrpSpPr/>
            <p:nvPr/>
          </p:nvGrpSpPr>
          <p:grpSpPr>
            <a:xfrm>
              <a:off x="0" y="-57150"/>
              <a:ext cx="362045" cy="1613535"/>
              <a:chOff x="0" y="-57150"/>
              <a:chExt cx="362045" cy="1613535"/>
            </a:xfrm>
          </p:grpSpPr>
          <p:sp>
            <p:nvSpPr>
              <p:cNvPr id="13" name="shape-7013">
                <a:extLst>
                  <a:ext uri="{2CCE64C6-A6A9-426F-B3AB-56AB227D3D47}">
                    <a16:creationId xmlns:a16="http://schemas.microsoft.com/office/drawing/2010/main" xmlns:vt="http://schemas.openxmlformats.org/officeDocument/2006/docPropsVTypes" xmlns:ns1="http://schemas.openxmlformats.org/officeDocument/2006/extended-properties" xmlns:cs="http://schemas.microsoft.com/office/drawing/2012/chartStyle" xmlns:c="http://schemas.openxmlformats.org/drawingml/2006/chart" xmlns="" id="{EAF11BBA-ADBC-4991-B4AE-04766319ACEB}"/>
                  </a:ext>
                </a:extLst>
              </p:cNvPr>
              <p:cNvSpPr/>
              <p:nvPr/>
            </p:nvSpPr>
            <p:spPr>
              <a:xfrm>
                <a:off x="192976" y="-57150"/>
                <a:ext cx="169068" cy="1532382"/>
              </a:xfrm>
              <a:custGeom>
                <a:avLst/>
                <a:gdLst/>
                <a:ahLst/>
                <a:cxnLst/>
                <a:rect l="0" t="0" r="r" b="b"/>
                <a:pathLst>
                  <a:path w="169069" h="1532382">
                    <a:moveTo>
                      <a:pt x="169069" y="1461421"/>
                    </a:moveTo>
                    <a:lnTo>
                      <a:pt x="158782" y="0"/>
                    </a:lnTo>
                    <a:lnTo>
                      <a:pt x="0" y="1532382"/>
                    </a:lnTo>
                    <a:lnTo>
                      <a:pt x="169069" y="1461421"/>
                    </a:lnTo>
                    <a:close/>
                  </a:path>
                </a:pathLst>
              </a:custGeom>
              <a:solidFill>
                <a:srgbClr val="6B5E62"/>
              </a:solidFill>
            </p:spPr>
            <p:txBody>
              <a:bodyPr rtlCol="0" anchor="ctr">
                <a:noAutofit/>
              </a:bodyPr>
              <a:lstStyle/>
              <a:p>
                <a:pPr algn="ctr"/>
                <a:endParaRPr lang="en-US" dirty="0"/>
              </a:p>
            </p:txBody>
          </p:sp>
          <p:sp>
            <p:nvSpPr>
              <p:cNvPr id="14" name="shape-30D5">
                <a:extLst>
                  <a:ext uri="{4E0C2A44-3B54-47F5-813C-FC10F517C07E}">
                    <a16:creationId xmlns:a16="http://schemas.microsoft.com/office/drawing/2010/main" xmlns:vt="http://schemas.openxmlformats.org/officeDocument/2006/docPropsVTypes" xmlns:ns1="http://schemas.openxmlformats.org/officeDocument/2006/extended-properties" xmlns:cs="http://schemas.microsoft.com/office/drawing/2012/chartStyle" xmlns:c="http://schemas.openxmlformats.org/drawingml/2006/chart" xmlns="" id="{EDC2C439-99F2-47BD-BF7E-5DE3764DFB71}"/>
                  </a:ext>
                </a:extLst>
              </p:cNvPr>
              <p:cNvSpPr/>
              <p:nvPr/>
            </p:nvSpPr>
            <p:spPr>
              <a:xfrm>
                <a:off x="0" y="-57150"/>
                <a:ext cx="351758" cy="1613535"/>
              </a:xfrm>
              <a:custGeom>
                <a:avLst/>
                <a:gdLst/>
                <a:ahLst/>
                <a:cxnLst/>
                <a:rect l="0" t="0" r="r" b="b"/>
                <a:pathLst>
                  <a:path w="351758" h="1613535">
                    <a:moveTo>
                      <a:pt x="0" y="1613535"/>
                    </a:moveTo>
                    <a:lnTo>
                      <a:pt x="351758" y="0"/>
                    </a:lnTo>
                    <a:lnTo>
                      <a:pt x="192977" y="1532382"/>
                    </a:lnTo>
                    <a:lnTo>
                      <a:pt x="0" y="1613535"/>
                    </a:lnTo>
                    <a:close/>
                  </a:path>
                </a:pathLst>
              </a:custGeom>
              <a:solidFill>
                <a:srgbClr val="4D4346"/>
              </a:solidFill>
            </p:spPr>
            <p:txBody>
              <a:bodyPr rtlCol="0" anchor="ctr">
                <a:noAutofit/>
              </a:bodyPr>
              <a:lstStyle/>
              <a:p>
                <a:pPr algn="ctr"/>
                <a:endParaRPr lang="en-US" dirty="0"/>
              </a:p>
            </p:txBody>
          </p:sp>
        </p:grpSp>
      </p:grpSp>
    </p:spTree>
    <p:extLst>
      <p:ext uri="{75F9F8DB-B6D0-4B66-AF2F-D4483B9C099D}">
        <p14:creationId xmlns:p14="http://schemas.microsoft.com/office/powerpoint/2010/main" xmlns:vt="http://schemas.openxmlformats.org/officeDocument/2006/docPropsVTypes" xmlns:ns1="http://schemas.openxmlformats.org/officeDocument/2006/extended-properties" xmlns:cs="http://schemas.microsoft.com/office/drawing/2012/chartStyle" xmlns:c="http://schemas.openxmlformats.org/drawingml/2006/chart" xmlns="" val="176030419523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3FD0BF91-ADE8-4F2C-B07E-A18F1FF7D3CD}">
                <a16:creationId xmlns:a16="http://schemas.microsoft.com/office/drawing/2010/main" xmlns:vt="http://schemas.openxmlformats.org/officeDocument/2006/docPropsVTypes" xmlns:ns1="http://schemas.openxmlformats.org/officeDocument/2006/extended-properties" xmlns:cs="http://schemas.microsoft.com/office/drawing/2012/chartStyle" xmlns:c="http://schemas.openxmlformats.org/drawingml/2006/chart" xmlns="" id="{526D6A84-9C02-418E-A31D-FDF74E0D5FF6}"/>
              </a:ext>
            </a:extLst>
          </p:cNvPr>
          <p:cNvSpPr>
            <a:spLocks noGrp="1"/>
          </p:cNvSpPr>
          <p:nvPr>
            <p:ph type="title"/>
          </p:nvPr>
        </p:nvSpPr>
        <p:spPr/>
        <p:txBody>
          <a:bodyPr rtlCol="0"/>
          <a:lstStyle>
            <a:lvl1pPr lvl="0"/>
          </a:lstStyle>
          <a:p>
            <a:r>
              <a:rPr lang="en-US" dirty="0"/>
              <a:t>Click to edit Master title style</a:t>
            </a:r>
          </a:p>
        </p:txBody>
      </p:sp>
      <p:sp>
        <p:nvSpPr>
          <p:cNvPr id="3" name="Content Placeholder 2">
            <a:extLst>
              <a:ext uri="{CC94BB1C-1A33-43EC-943C-89E29DE91F12}">
                <a16:creationId xmlns:a16="http://schemas.microsoft.com/office/drawing/2010/main" xmlns:vt="http://schemas.openxmlformats.org/officeDocument/2006/docPropsVTypes" xmlns:ns1="http://schemas.openxmlformats.org/officeDocument/2006/extended-properties" xmlns:cs="http://schemas.microsoft.com/office/drawing/2012/chartStyle" xmlns:c="http://schemas.openxmlformats.org/drawingml/2006/chart" xmlns="" id="{15C9C75D-24D7-4297-9BD6-0F4D9DDDAC8D}"/>
              </a:ext>
            </a:extLst>
          </p:cNvPr>
          <p:cNvSpPr>
            <a:spLocks noGrp="1"/>
          </p:cNvSpPr>
          <p:nvPr>
            <p:ph idx="1"/>
          </p:nvPr>
        </p:nvSpPr>
        <p:spPr>
          <a:xfrm>
            <a:off x="762000" y="1403352"/>
            <a:ext cx="3619500" cy="3048000"/>
          </a:xfrm>
        </p:spPr>
        <p:txBody>
          <a:bodyPr rtlCol="0"/>
          <a:lstStyle>
            <a:lvl1pPr lvl="0"/>
            <a:lvl2pPr lvl="1"/>
            <a:lvl3pPr lvl="2"/>
            <a:lvl4pPr lvl="3"/>
            <a:lvl5pPr lvl="4"/>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2">
            <a:extLst>
              <a:ext uri="{46DF422E-9FD2-47F2-941F-E8A247393B26}">
                <a16:creationId xmlns:a16="http://schemas.microsoft.com/office/drawing/2010/main" xmlns:vt="http://schemas.openxmlformats.org/officeDocument/2006/docPropsVTypes" xmlns:ns1="http://schemas.openxmlformats.org/officeDocument/2006/extended-properties" xmlns:cs="http://schemas.microsoft.com/office/drawing/2012/chartStyle" xmlns:c="http://schemas.openxmlformats.org/drawingml/2006/chart" xmlns="" id="{6216DF64-DD9A-4AC5-AAC8-666727AA8BB6}"/>
              </a:ext>
            </a:extLst>
          </p:cNvPr>
          <p:cNvSpPr>
            <a:spLocks noGrp="1"/>
          </p:cNvSpPr>
          <p:nvPr>
            <p:ph idx="2"/>
          </p:nvPr>
        </p:nvSpPr>
        <p:spPr>
          <a:xfrm>
            <a:off x="4752975" y="1403352"/>
            <a:ext cx="3619500" cy="3048000"/>
          </a:xfrm>
        </p:spPr>
        <p:txBody>
          <a:bodyPr rtlCol="0"/>
          <a:lstStyle>
            <a:lvl1pPr lvl="0"/>
            <a:lvl2pPr lvl="1"/>
            <a:lvl3pPr lvl="2"/>
            <a:lvl4pPr lvl="3"/>
            <a:lvl5pPr lvl="4"/>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Slide Number Placeholder 6">
            <a:extLst>
              <a:ext uri="{2E2190CA-AC63-4F48-BC3C-AE5DDDDD753F}">
                <a16:creationId xmlns:a16="http://schemas.microsoft.com/office/drawing/2010/main" xmlns:vt="http://schemas.openxmlformats.org/officeDocument/2006/docPropsVTypes" xmlns:ns1="http://schemas.openxmlformats.org/officeDocument/2006/extended-properties" xmlns:cs="http://schemas.microsoft.com/office/drawing/2012/chartStyle" xmlns:c="http://schemas.openxmlformats.org/drawingml/2006/chart" xmlns="" id="{E85D6744-B5DF-45FE-B1ED-2C612537E525}"/>
              </a:ext>
            </a:extLst>
          </p:cNvPr>
          <p:cNvSpPr>
            <a:spLocks noGrp="1"/>
          </p:cNvSpPr>
          <p:nvPr>
            <p:ph type="sldNum" sz="quarter" idx="12"/>
          </p:nvPr>
        </p:nvSpPr>
        <p:spPr/>
        <p:txBody>
          <a:bodyPr rtlCol="0"/>
          <a:lstStyle/>
          <a:p>
            <a:r>
              <a:rPr lang="en-US" dirty="0"/>
              <a:t>&lt;#&gt;</a:t>
            </a:r>
          </a:p>
        </p:txBody>
      </p:sp>
      <p:sp>
        <p:nvSpPr>
          <p:cNvPr id="6" name="Footer Placeholder 5">
            <a:extLst>
              <a:ext uri="{E429C116-820A-4AFB-896A-75FE24638D40}">
                <a16:creationId xmlns:a16="http://schemas.microsoft.com/office/drawing/2010/main" xmlns:vt="http://schemas.openxmlformats.org/officeDocument/2006/docPropsVTypes" xmlns:ns1="http://schemas.openxmlformats.org/officeDocument/2006/extended-properties" xmlns:cs="http://schemas.microsoft.com/office/drawing/2012/chartStyle" xmlns:c="http://schemas.openxmlformats.org/drawingml/2006/chart" xmlns="" id="{1B13FF6E-575E-4265-9E75-EAE2BA6F516C}"/>
              </a:ext>
            </a:extLst>
          </p:cNvPr>
          <p:cNvSpPr>
            <a:spLocks noGrp="1"/>
          </p:cNvSpPr>
          <p:nvPr>
            <p:ph type="ftr" sz="quarter" idx="11"/>
          </p:nvPr>
        </p:nvSpPr>
        <p:spPr/>
        <p:txBody>
          <a:bodyPr rtlCol="0"/>
          <a:lstStyle/>
          <a:p>
            <a:r>
              <a:rPr lang="en-US" dirty="0"/>
              <a:t>Footer</a:t>
            </a:r>
          </a:p>
        </p:txBody>
      </p:sp>
      <p:sp>
        <p:nvSpPr>
          <p:cNvPr id="7" name="Date Placeholder 4">
            <a:extLst>
              <a:ext uri="{847F6CB0-5FBC-4EA8-9C66-37AA272597EE}">
                <a16:creationId xmlns:a16="http://schemas.microsoft.com/office/drawing/2010/main" xmlns:vt="http://schemas.openxmlformats.org/officeDocument/2006/docPropsVTypes" xmlns:ns1="http://schemas.openxmlformats.org/officeDocument/2006/extended-properties" xmlns:cs="http://schemas.microsoft.com/office/drawing/2012/chartStyle" xmlns:c="http://schemas.openxmlformats.org/drawingml/2006/chart" xmlns="" id="{A8DA94C9-0070-4769-A007-25E1A2B26B0C}"/>
              </a:ext>
            </a:extLst>
          </p:cNvPr>
          <p:cNvSpPr>
            <a:spLocks noGrp="1"/>
          </p:cNvSpPr>
          <p:nvPr>
            <p:ph type="dt" sz="half" idx="10"/>
          </p:nvPr>
        </p:nvSpPr>
        <p:spPr/>
        <p:txBody>
          <a:bodyPr rtlCol="0"/>
          <a:lstStyle/>
          <a:p>
            <a:r>
              <a:rPr lang="en-US" dirty="0"/>
              <a:t>Date</a:t>
            </a:r>
          </a:p>
        </p:txBody>
      </p:sp>
      <p:grpSp>
        <p:nvGrpSpPr>
          <p:cNvPr id="8" name="Group 7">
            <a:extLst>
              <a:ext uri="{64083008-2881-4276-8B12-CB46E4D112DF}">
                <a16:creationId xmlns:a16="http://schemas.microsoft.com/office/drawing/2010/main" xmlns:vt="http://schemas.openxmlformats.org/officeDocument/2006/docPropsVTypes" xmlns:ns1="http://schemas.openxmlformats.org/officeDocument/2006/extended-properties" xmlns:cs="http://schemas.microsoft.com/office/drawing/2012/chartStyle" xmlns:c="http://schemas.openxmlformats.org/drawingml/2006/chart" xmlns="" id="{FE5142AD-BD00-4B4E-894C-5B648EDD8605}"/>
              </a:ext>
            </a:extLst>
          </p:cNvPr>
          <p:cNvGrpSpPr>
            <a:grpSpLocks noChangeAspect="1"/>
          </p:cNvGrpSpPr>
          <p:nvPr/>
        </p:nvGrpSpPr>
        <p:grpSpPr>
          <a:xfrm rot="5400000" flipH="1" flipV="1">
            <a:off x="570147" y="270614"/>
            <a:ext cx="1139104" cy="1014117"/>
            <a:chOff x="0" y="0"/>
            <a:chExt cx="1681734" cy="1497234"/>
          </a:xfrm>
        </p:grpSpPr>
        <p:grpSp>
          <p:nvGrpSpPr>
            <p:cNvPr id="9" name="shape-5FAC">
              <a:extLst>
                <a:ext uri="{9B8EB1B1-1706-455B-AD11-756C2952A056}">
                  <a16:creationId xmlns:a16="http://schemas.microsoft.com/office/drawing/2010/main" xmlns:vt="http://schemas.openxmlformats.org/officeDocument/2006/docPropsVTypes" xmlns:ns1="http://schemas.openxmlformats.org/officeDocument/2006/extended-properties" xmlns:cs="http://schemas.microsoft.com/office/drawing/2012/chartStyle" xmlns:c="http://schemas.openxmlformats.org/drawingml/2006/chart" xmlns="" id="{952F714D-13A9-415B-B863-D6949527CD82}"/>
                </a:ext>
              </a:extLst>
            </p:cNvPr>
            <p:cNvGrpSpPr/>
            <p:nvPr/>
          </p:nvGrpSpPr>
          <p:grpSpPr>
            <a:xfrm>
              <a:off x="9525" y="9525"/>
              <a:ext cx="1662684" cy="1478184"/>
              <a:chOff x="9525" y="9525"/>
              <a:chExt cx="1662684" cy="1478184"/>
            </a:xfrm>
          </p:grpSpPr>
          <p:sp>
            <p:nvSpPr>
              <p:cNvPr id="10" name="shape-EE30">
                <a:extLst>
                  <a:ext uri="{619B932E-4E63-4992-BE5A-3BB6335D250A}">
                    <a16:creationId xmlns:a16="http://schemas.microsoft.com/office/drawing/2010/main" xmlns:vt="http://schemas.openxmlformats.org/officeDocument/2006/docPropsVTypes" xmlns:ns1="http://schemas.openxmlformats.org/officeDocument/2006/extended-properties" xmlns:cs="http://schemas.microsoft.com/office/drawing/2012/chartStyle" xmlns:c="http://schemas.openxmlformats.org/drawingml/2006/chart" xmlns="" id="{49D63D53-3843-4CD5-9932-398180DAC832}"/>
                  </a:ext>
                </a:extLst>
              </p:cNvPr>
              <p:cNvSpPr/>
              <p:nvPr/>
            </p:nvSpPr>
            <p:spPr>
              <a:xfrm>
                <a:off x="9525" y="9525"/>
                <a:ext cx="1662684" cy="1478184"/>
              </a:xfrm>
              <a:custGeom>
                <a:avLst/>
                <a:gdLst/>
                <a:ahLst/>
                <a:cxnLst/>
                <a:rect l="0" t="0" r="r" b="b"/>
                <a:pathLst>
                  <a:path w="1662684" h="1478185">
                    <a:moveTo>
                      <a:pt x="1662684" y="1478185"/>
                    </a:moveTo>
                    <a:lnTo>
                      <a:pt x="1662684" y="131350"/>
                    </a:lnTo>
                    <a:cubicBezTo>
                      <a:pt x="1662684" y="58769"/>
                      <a:pt x="1603915" y="0"/>
                      <a:pt x="1531334" y="0"/>
                    </a:cubicBezTo>
                    <a:lnTo>
                      <a:pt x="0" y="0"/>
                    </a:lnTo>
                  </a:path>
                </a:pathLst>
              </a:custGeom>
              <a:ln w="19050" cap="rnd">
                <a:solidFill>
                  <a:schemeClr val="tx1">
                    <a:lumMod val="50000"/>
                    <a:lumOff val="50000"/>
                  </a:schemeClr>
                </a:solidFill>
                <a:prstDash val="solid"/>
              </a:ln>
            </p:spPr>
            <p:txBody>
              <a:bodyPr rtlCol="0" anchor="ctr">
                <a:noAutofit/>
              </a:bodyPr>
              <a:lstStyle/>
              <a:p>
                <a:pPr algn="ctr"/>
                <a:endParaRPr lang="en-US" dirty="0"/>
              </a:p>
            </p:txBody>
          </p:sp>
        </p:grpSp>
      </p:grpSp>
      <p:sp>
        <p:nvSpPr>
          <p:cNvPr id="11" name="Rectangle 10">
            <a:extLst>
              <a:ext uri="{8E3D12FD-CB1E-409E-BC57-0768D44BBB27}">
                <a16:creationId xmlns:a16="http://schemas.microsoft.com/office/drawing/2010/main" xmlns:vt="http://schemas.openxmlformats.org/officeDocument/2006/docPropsVTypes" xmlns:ns1="http://schemas.openxmlformats.org/officeDocument/2006/extended-properties" xmlns:cs="http://schemas.microsoft.com/office/drawing/2012/chartStyle" xmlns:c="http://schemas.openxmlformats.org/drawingml/2006/chart" xmlns="" id="{B527471C-7F00-425E-B75D-4F17CD2C386F}"/>
              </a:ext>
            </a:extLst>
          </p:cNvPr>
          <p:cNvSpPr/>
          <p:nvPr/>
        </p:nvSpPr>
        <p:spPr>
          <a:xfrm>
            <a:off x="0" y="4980784"/>
            <a:ext cx="9144000" cy="160982"/>
          </a:xfrm>
          <a:prstGeom prst="rect">
            <a:avLst/>
          </a:prstGeom>
          <a:solidFill>
            <a:schemeClr val="bg2">
              <a:lumMod val="65000"/>
            </a:schemeClr>
          </a:solidFill>
          <a:effectLst/>
        </p:spPr>
        <p:style>
          <a:lnRef idx="1">
            <a:schemeClr val="accent1">
              <a:shade val="50000"/>
            </a:schemeClr>
          </a:lnRef>
          <a:fillRef idx="1">
            <a:schemeClr val="accent1"/>
          </a:fillRef>
          <a:effectRef idx="0">
            <a:schemeClr val="accent1"/>
          </a:effectRef>
          <a:fontRef idx="minor">
            <a:srgbClr val="FFFFFF"/>
          </a:fontRef>
        </p:style>
        <p:txBody>
          <a:bodyPr rtlCol="0" anchor="ctr">
            <a:noAutofit/>
          </a:bodyPr>
          <a:lstStyle/>
          <a:p>
            <a:endParaRPr lang="en-US" dirty="0"/>
          </a:p>
        </p:txBody>
      </p:sp>
      <p:grpSp>
        <p:nvGrpSpPr>
          <p:cNvPr id="12" name="Group 11">
            <a:extLst>
              <a:ext uri="{DF6CF594-8907-4140-89BA-100E1B83C2B2}">
                <a16:creationId xmlns:a16="http://schemas.microsoft.com/office/drawing/2010/main" xmlns:vt="http://schemas.openxmlformats.org/officeDocument/2006/docPropsVTypes" xmlns:ns1="http://schemas.openxmlformats.org/officeDocument/2006/extended-properties" xmlns:cs="http://schemas.microsoft.com/office/drawing/2012/chartStyle" xmlns:c="http://schemas.openxmlformats.org/drawingml/2006/chart" xmlns="" id="{D785D799-12FE-433A-B43E-CC108619AA5C}"/>
              </a:ext>
            </a:extLst>
          </p:cNvPr>
          <p:cNvGrpSpPr>
            <a:grpSpLocks noChangeAspect="1"/>
          </p:cNvGrpSpPr>
          <p:nvPr/>
        </p:nvGrpSpPr>
        <p:grpSpPr>
          <a:xfrm>
            <a:off x="8788899" y="3682717"/>
            <a:ext cx="362045" cy="1613535"/>
            <a:chOff x="0" y="-57150"/>
            <a:chExt cx="362045" cy="1613535"/>
          </a:xfrm>
        </p:grpSpPr>
        <p:grpSp>
          <p:nvGrpSpPr>
            <p:cNvPr id="13" name="shape-5754">
              <a:extLst>
                <a:ext uri="{40A83D85-80F1-4BAA-96D9-3733476917FD}">
                  <a16:creationId xmlns:a16="http://schemas.microsoft.com/office/drawing/2010/main" xmlns:vt="http://schemas.openxmlformats.org/officeDocument/2006/docPropsVTypes" xmlns:ns1="http://schemas.openxmlformats.org/officeDocument/2006/extended-properties" xmlns:cs="http://schemas.microsoft.com/office/drawing/2012/chartStyle" xmlns:c="http://schemas.openxmlformats.org/drawingml/2006/chart" xmlns="" id="{E45AAF08-B558-4B58-9E1E-D856DCE8E24B}"/>
                </a:ext>
              </a:extLst>
            </p:cNvPr>
            <p:cNvGrpSpPr/>
            <p:nvPr/>
          </p:nvGrpSpPr>
          <p:grpSpPr>
            <a:xfrm>
              <a:off x="0" y="-57150"/>
              <a:ext cx="362045" cy="1613535"/>
              <a:chOff x="0" y="-57150"/>
              <a:chExt cx="362045" cy="1613535"/>
            </a:xfrm>
          </p:grpSpPr>
          <p:sp>
            <p:nvSpPr>
              <p:cNvPr id="14" name="shape-7013">
                <a:extLst>
                  <a:ext uri="{BBB4C2BB-2011-40BE-8C47-F9C51E82C08A}">
                    <a16:creationId xmlns:a16="http://schemas.microsoft.com/office/drawing/2010/main" xmlns:vt="http://schemas.openxmlformats.org/officeDocument/2006/docPropsVTypes" xmlns:ns1="http://schemas.openxmlformats.org/officeDocument/2006/extended-properties" xmlns:cs="http://schemas.microsoft.com/office/drawing/2012/chartStyle" xmlns:c="http://schemas.openxmlformats.org/drawingml/2006/chart" xmlns="" id="{B72B494F-90EC-4AA7-9D33-88238D049E8E}"/>
                  </a:ext>
                </a:extLst>
              </p:cNvPr>
              <p:cNvSpPr/>
              <p:nvPr/>
            </p:nvSpPr>
            <p:spPr>
              <a:xfrm>
                <a:off x="192976" y="-57150"/>
                <a:ext cx="169068" cy="1532382"/>
              </a:xfrm>
              <a:custGeom>
                <a:avLst/>
                <a:gdLst/>
                <a:ahLst/>
                <a:cxnLst/>
                <a:rect l="0" t="0" r="r" b="b"/>
                <a:pathLst>
                  <a:path w="169069" h="1532382">
                    <a:moveTo>
                      <a:pt x="169069" y="1461421"/>
                    </a:moveTo>
                    <a:lnTo>
                      <a:pt x="158782" y="0"/>
                    </a:lnTo>
                    <a:lnTo>
                      <a:pt x="0" y="1532382"/>
                    </a:lnTo>
                    <a:lnTo>
                      <a:pt x="169069" y="1461421"/>
                    </a:lnTo>
                    <a:close/>
                  </a:path>
                </a:pathLst>
              </a:custGeom>
              <a:solidFill>
                <a:srgbClr val="6B5E62"/>
              </a:solidFill>
            </p:spPr>
            <p:txBody>
              <a:bodyPr rtlCol="0" anchor="ctr">
                <a:noAutofit/>
              </a:bodyPr>
              <a:lstStyle/>
              <a:p>
                <a:pPr algn="ctr"/>
                <a:endParaRPr lang="en-US" dirty="0"/>
              </a:p>
            </p:txBody>
          </p:sp>
          <p:sp>
            <p:nvSpPr>
              <p:cNvPr id="15" name="shape-30D5">
                <a:extLst>
                  <a:ext uri="{4197F9C0-1B0E-4DD4-A2D1-48E74C88570C}">
                    <a16:creationId xmlns:a16="http://schemas.microsoft.com/office/drawing/2010/main" xmlns:vt="http://schemas.openxmlformats.org/officeDocument/2006/docPropsVTypes" xmlns:ns1="http://schemas.openxmlformats.org/officeDocument/2006/extended-properties" xmlns:cs="http://schemas.microsoft.com/office/drawing/2012/chartStyle" xmlns:c="http://schemas.openxmlformats.org/drawingml/2006/chart" xmlns="" id="{3CC2E82E-55BF-4AC8-821B-CE1A8ACB0557}"/>
                  </a:ext>
                </a:extLst>
              </p:cNvPr>
              <p:cNvSpPr/>
              <p:nvPr/>
            </p:nvSpPr>
            <p:spPr>
              <a:xfrm>
                <a:off x="0" y="-57150"/>
                <a:ext cx="351758" cy="1613535"/>
              </a:xfrm>
              <a:custGeom>
                <a:avLst/>
                <a:gdLst/>
                <a:ahLst/>
                <a:cxnLst/>
                <a:rect l="0" t="0" r="r" b="b"/>
                <a:pathLst>
                  <a:path w="351758" h="1613535">
                    <a:moveTo>
                      <a:pt x="0" y="1613535"/>
                    </a:moveTo>
                    <a:lnTo>
                      <a:pt x="351758" y="0"/>
                    </a:lnTo>
                    <a:lnTo>
                      <a:pt x="192977" y="1532382"/>
                    </a:lnTo>
                    <a:lnTo>
                      <a:pt x="0" y="1613535"/>
                    </a:lnTo>
                    <a:close/>
                  </a:path>
                </a:pathLst>
              </a:custGeom>
              <a:solidFill>
                <a:srgbClr val="4D4346"/>
              </a:solidFill>
            </p:spPr>
            <p:txBody>
              <a:bodyPr rtlCol="0" anchor="ctr">
                <a:noAutofit/>
              </a:bodyPr>
              <a:lstStyle/>
              <a:p>
                <a:pPr algn="ctr"/>
                <a:endParaRPr lang="en-US" dirty="0"/>
              </a:p>
            </p:txBody>
          </p:sp>
        </p:grpSp>
      </p:grpSp>
    </p:spTree>
    <p:extLst>
      <p:ext uri="{78CA1AB3-8842-4F66-AE83-8B0623B89C4B}">
        <p14:creationId xmlns:p14="http://schemas.microsoft.com/office/powerpoint/2010/main" xmlns:vt="http://schemas.openxmlformats.org/officeDocument/2006/docPropsVTypes" xmlns:ns1="http://schemas.openxmlformats.org/officeDocument/2006/extended-properties" xmlns:cs="http://schemas.microsoft.com/office/drawing/2012/chartStyle" xmlns:c="http://schemas.openxmlformats.org/drawingml/2006/chart" xmlns="" val="176030419523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ext Placeholder 2">
            <a:extLst>
              <a:ext uri="{73A5EBB5-314E-4B7B-8339-FBCE25083389}">
                <a16:creationId xmlns:a16="http://schemas.microsoft.com/office/drawing/2010/main" xmlns:vt="http://schemas.openxmlformats.org/officeDocument/2006/docPropsVTypes" xmlns:ns1="http://schemas.openxmlformats.org/officeDocument/2006/extended-properties" xmlns:cs="http://schemas.microsoft.com/office/drawing/2012/chartStyle" xmlns:c="http://schemas.openxmlformats.org/drawingml/2006/chart" xmlns="" id="{3319A71B-F195-4665-BC92-3510B69FABF9}"/>
              </a:ext>
            </a:extLst>
          </p:cNvPr>
          <p:cNvSpPr>
            <a:spLocks noGrp="1"/>
          </p:cNvSpPr>
          <p:nvPr>
            <p:ph type="body"/>
          </p:nvPr>
        </p:nvSpPr>
        <p:spPr>
          <a:xfrm>
            <a:off x="762000" y="1400175"/>
            <a:ext cx="3619500" cy="540644"/>
          </a:xfrm>
          <a:prstGeom prst="rect">
            <a:avLst/>
          </a:prstGeom>
        </p:spPr>
        <p:txBody>
          <a:bodyPr rtlCol="0" anchor="ctr">
            <a:normAutofit/>
          </a:bodyPr>
          <a:lstStyle>
            <a:lvl1pPr marL="0" lvl="0" indent="0">
              <a:buNone/>
              <a:defRPr lang="en-US" dirty="0">
                <a:solidFill>
                  <a:schemeClr val="accent1"/>
                </a:solidFill>
                <a:latin typeface="Open Sans-demi_bold"/>
              </a:defRPr>
            </a:lvl1pPr>
            <a:lvl2pPr lvl="1"/>
            <a:lvl3pPr lvl="2"/>
            <a:lvl4pPr lvl="3"/>
            <a:lvl5pPr lvl="4"/>
            <a:lvl6pPr lvl="5"/>
            <a:lvl7pPr lvl="6"/>
            <a:lvl8pPr lvl="7"/>
            <a:lvl9pPr lvl="8"/>
          </a:lstStyle>
          <a:p>
            <a:pPr lvl="0"/>
            <a:r>
              <a:rPr lang="en-US" dirty="0"/>
              <a:t>Click to edit Master text styles</a:t>
            </a:r>
          </a:p>
        </p:txBody>
      </p:sp>
      <p:sp>
        <p:nvSpPr>
          <p:cNvPr id="3" name="Text Placeholder 4">
            <a:extLst>
              <a:ext uri="{8CBDA3BE-BE43-4A52-BB17-E09546439A4C}">
                <a16:creationId xmlns:a16="http://schemas.microsoft.com/office/drawing/2010/main" xmlns:vt="http://schemas.openxmlformats.org/officeDocument/2006/docPropsVTypes" xmlns:ns1="http://schemas.openxmlformats.org/officeDocument/2006/extended-properties" xmlns:cs="http://schemas.microsoft.com/office/drawing/2012/chartStyle" xmlns:c="http://schemas.openxmlformats.org/drawingml/2006/chart" xmlns="" id="{E9E026B7-D8BF-4B18-B83D-461650438195}"/>
              </a:ext>
            </a:extLst>
          </p:cNvPr>
          <p:cNvSpPr>
            <a:spLocks noGrp="1"/>
          </p:cNvSpPr>
          <p:nvPr>
            <p:ph type="body" idx="1"/>
          </p:nvPr>
        </p:nvSpPr>
        <p:spPr>
          <a:xfrm>
            <a:off x="4754716" y="1400175"/>
            <a:ext cx="3619500" cy="540644"/>
          </a:xfrm>
          <a:prstGeom prst="rect">
            <a:avLst/>
          </a:prstGeom>
        </p:spPr>
        <p:txBody>
          <a:bodyPr rtlCol="0" anchor="ctr">
            <a:normAutofit/>
          </a:bodyPr>
          <a:lstStyle>
            <a:lvl1pPr marL="0" lvl="0" indent="0">
              <a:buNone/>
              <a:defRPr lang="en-US" dirty="0">
                <a:solidFill>
                  <a:schemeClr val="accent1"/>
                </a:solidFill>
                <a:latin typeface="Open Sans-demi_bold"/>
              </a:defRPr>
            </a:lvl1pPr>
            <a:lvl2pPr lvl="1"/>
            <a:lvl3pPr lvl="2"/>
            <a:lvl4pPr lvl="3"/>
            <a:lvl5pPr lvl="4"/>
            <a:lvl6pPr lvl="5"/>
            <a:lvl7pPr lvl="6"/>
            <a:lvl8pPr lvl="7"/>
            <a:lvl9pPr lvl="8"/>
          </a:lstStyle>
          <a:p>
            <a:pPr lvl="0"/>
            <a:r>
              <a:rPr lang="en-US" dirty="0"/>
              <a:t>Click to edit Master text styles</a:t>
            </a:r>
          </a:p>
        </p:txBody>
      </p:sp>
      <p:sp>
        <p:nvSpPr>
          <p:cNvPr id="4" name="Content Placeholder 2">
            <a:extLst>
              <a:ext uri="{F8BA962A-FB15-44EA-8F7F-FEE72C99461C}">
                <a16:creationId xmlns:a16="http://schemas.microsoft.com/office/drawing/2010/main" xmlns:vt="http://schemas.openxmlformats.org/officeDocument/2006/docPropsVTypes" xmlns:ns1="http://schemas.openxmlformats.org/officeDocument/2006/extended-properties" xmlns:cs="http://schemas.microsoft.com/office/drawing/2012/chartStyle" xmlns:c="http://schemas.openxmlformats.org/drawingml/2006/chart" xmlns="" id="{04A4FABE-EACA-4265-99C7-599915B34D6E}"/>
              </a:ext>
            </a:extLst>
          </p:cNvPr>
          <p:cNvSpPr>
            <a:spLocks noGrp="1"/>
          </p:cNvSpPr>
          <p:nvPr>
            <p:ph idx="2"/>
          </p:nvPr>
        </p:nvSpPr>
        <p:spPr>
          <a:xfrm>
            <a:off x="762000" y="1961540"/>
            <a:ext cx="3619500" cy="2510865"/>
          </a:xfrm>
        </p:spPr>
        <p:txBody>
          <a:bodyPr rtlCol="0"/>
          <a:lstStyle>
            <a:lvl1pPr lvl="0"/>
            <a:lvl2pPr lvl="1"/>
            <a:lvl3pPr lvl="2"/>
            <a:lvl4pPr lvl="3"/>
            <a:lvl5pPr lvl="4"/>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itle 1">
            <a:extLst>
              <a:ext uri="{AEB073B8-5A74-4946-90AC-475ABF79DB85}">
                <a16:creationId xmlns:a16="http://schemas.microsoft.com/office/drawing/2010/main" xmlns:vt="http://schemas.openxmlformats.org/officeDocument/2006/docPropsVTypes" xmlns:ns1="http://schemas.openxmlformats.org/officeDocument/2006/extended-properties" xmlns:cs="http://schemas.microsoft.com/office/drawing/2012/chartStyle" xmlns:c="http://schemas.openxmlformats.org/drawingml/2006/chart" xmlns="" id="{35D9EC15-F228-4A9F-B00F-CBBD65FB9F51}"/>
              </a:ext>
            </a:extLst>
          </p:cNvPr>
          <p:cNvSpPr>
            <a:spLocks noGrp="1"/>
          </p:cNvSpPr>
          <p:nvPr>
            <p:ph type="title" idx="3"/>
          </p:nvPr>
        </p:nvSpPr>
        <p:spPr/>
        <p:txBody>
          <a:bodyPr rtlCol="0"/>
          <a:lstStyle>
            <a:lvl1pPr lvl="0"/>
          </a:lstStyle>
          <a:p>
            <a:r>
              <a:rPr lang="en-US" dirty="0"/>
              <a:t>Click to edit Master title style</a:t>
            </a:r>
          </a:p>
        </p:txBody>
      </p:sp>
      <p:sp>
        <p:nvSpPr>
          <p:cNvPr id="6" name="Content Placeholder 2">
            <a:extLst>
              <a:ext uri="{FB34E3D9-3293-4CE2-972E-FD007C92A6BF}">
                <a16:creationId xmlns:a16="http://schemas.microsoft.com/office/drawing/2010/main" xmlns:vt="http://schemas.openxmlformats.org/officeDocument/2006/docPropsVTypes" xmlns:ns1="http://schemas.openxmlformats.org/officeDocument/2006/extended-properties" xmlns:cs="http://schemas.microsoft.com/office/drawing/2012/chartStyle" xmlns:c="http://schemas.openxmlformats.org/drawingml/2006/chart" xmlns="" id="{722DC016-FB3C-4544-B127-579ABE06A59C}"/>
              </a:ext>
            </a:extLst>
          </p:cNvPr>
          <p:cNvSpPr>
            <a:spLocks noGrp="1"/>
          </p:cNvSpPr>
          <p:nvPr>
            <p:ph idx="4"/>
          </p:nvPr>
        </p:nvSpPr>
        <p:spPr>
          <a:xfrm>
            <a:off x="4751441" y="1961540"/>
            <a:ext cx="3619500" cy="2510865"/>
          </a:xfrm>
        </p:spPr>
        <p:txBody>
          <a:bodyPr rtlCol="0"/>
          <a:lstStyle>
            <a:lvl1pPr lvl="0"/>
            <a:lvl2pPr lvl="1"/>
            <a:lvl3pPr lvl="2"/>
            <a:lvl4pPr lvl="3"/>
            <a:lvl5pPr lvl="4"/>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Date Placeholder 4">
            <a:extLst>
              <a:ext uri="{FE6B4EEC-FFED-4219-AB5D-995C56B69EB9}">
                <a16:creationId xmlns:a16="http://schemas.microsoft.com/office/drawing/2010/main" xmlns:vt="http://schemas.openxmlformats.org/officeDocument/2006/docPropsVTypes" xmlns:ns1="http://schemas.openxmlformats.org/officeDocument/2006/extended-properties" xmlns:cs="http://schemas.microsoft.com/office/drawing/2012/chartStyle" xmlns:c="http://schemas.openxmlformats.org/drawingml/2006/chart" xmlns="" id="{5E203F1B-554D-47BC-A166-20E9C3D6ECFB}"/>
              </a:ext>
            </a:extLst>
          </p:cNvPr>
          <p:cNvSpPr>
            <a:spLocks noGrp="1"/>
          </p:cNvSpPr>
          <p:nvPr>
            <p:ph type="dt" sz="half" idx="10"/>
          </p:nvPr>
        </p:nvSpPr>
        <p:spPr/>
        <p:txBody>
          <a:bodyPr rtlCol="0"/>
          <a:lstStyle/>
          <a:p>
            <a:r>
              <a:rPr lang="en-US" dirty="0"/>
              <a:t>Date</a:t>
            </a:r>
          </a:p>
        </p:txBody>
      </p:sp>
      <p:sp>
        <p:nvSpPr>
          <p:cNvPr id="8" name="Footer Placeholder 5">
            <a:extLst>
              <a:ext uri="{855870F1-F2AC-40DC-8A07-F61607A9343E}">
                <a16:creationId xmlns:a16="http://schemas.microsoft.com/office/drawing/2010/main" xmlns:vt="http://schemas.openxmlformats.org/officeDocument/2006/docPropsVTypes" xmlns:ns1="http://schemas.openxmlformats.org/officeDocument/2006/extended-properties" xmlns:cs="http://schemas.microsoft.com/office/drawing/2012/chartStyle" xmlns:c="http://schemas.openxmlformats.org/drawingml/2006/chart" xmlns="" id="{F50CA6B2-B44F-4205-A459-42CEF5F6563F}"/>
              </a:ext>
            </a:extLst>
          </p:cNvPr>
          <p:cNvSpPr>
            <a:spLocks noGrp="1"/>
          </p:cNvSpPr>
          <p:nvPr>
            <p:ph type="ftr" sz="quarter" idx="11"/>
          </p:nvPr>
        </p:nvSpPr>
        <p:spPr/>
        <p:txBody>
          <a:bodyPr rtlCol="0"/>
          <a:lstStyle/>
          <a:p>
            <a:r>
              <a:rPr lang="en-US" dirty="0"/>
              <a:t>Footer</a:t>
            </a:r>
          </a:p>
        </p:txBody>
      </p:sp>
      <p:sp>
        <p:nvSpPr>
          <p:cNvPr id="9" name="Slide Number Placeholder 6">
            <a:extLst>
              <a:ext uri="{91083C1B-2E29-4643-8573-CFC953713CBF}">
                <a16:creationId xmlns:a16="http://schemas.microsoft.com/office/drawing/2010/main" xmlns:vt="http://schemas.openxmlformats.org/officeDocument/2006/docPropsVTypes" xmlns:ns1="http://schemas.openxmlformats.org/officeDocument/2006/extended-properties" xmlns:cs="http://schemas.microsoft.com/office/drawing/2012/chartStyle" xmlns:c="http://schemas.openxmlformats.org/drawingml/2006/chart" xmlns="" id="{59B93BDA-35BA-4752-A89E-A1350F2762DA}"/>
              </a:ext>
            </a:extLst>
          </p:cNvPr>
          <p:cNvSpPr>
            <a:spLocks noGrp="1"/>
          </p:cNvSpPr>
          <p:nvPr>
            <p:ph type="sldNum" sz="quarter" idx="12"/>
          </p:nvPr>
        </p:nvSpPr>
        <p:spPr/>
        <p:txBody>
          <a:bodyPr rtlCol="0"/>
          <a:lstStyle/>
          <a:p>
            <a:r>
              <a:rPr lang="en-US" dirty="0"/>
              <a:t>&lt;#&gt;</a:t>
            </a:r>
          </a:p>
        </p:txBody>
      </p:sp>
      <p:grpSp>
        <p:nvGrpSpPr>
          <p:cNvPr id="10" name="Group 9">
            <a:extLst>
              <a:ext uri="{2C65B7FB-62EB-45E3-9869-297FA929EB9C}">
                <a16:creationId xmlns:a16="http://schemas.microsoft.com/office/drawing/2010/main" xmlns:vt="http://schemas.openxmlformats.org/officeDocument/2006/docPropsVTypes" xmlns:ns1="http://schemas.openxmlformats.org/officeDocument/2006/extended-properties" xmlns:cs="http://schemas.microsoft.com/office/drawing/2012/chartStyle" xmlns:c="http://schemas.openxmlformats.org/drawingml/2006/chart" xmlns="" id="{CA476D57-A116-49B8-9BBD-D5730CE77008}"/>
              </a:ext>
            </a:extLst>
          </p:cNvPr>
          <p:cNvGrpSpPr>
            <a:grpSpLocks noChangeAspect="1"/>
          </p:cNvGrpSpPr>
          <p:nvPr/>
        </p:nvGrpSpPr>
        <p:grpSpPr>
          <a:xfrm rot="5400000" flipH="1" flipV="1">
            <a:off x="570147" y="270614"/>
            <a:ext cx="1139104" cy="1014117"/>
            <a:chOff x="0" y="0"/>
            <a:chExt cx="1681734" cy="1497234"/>
          </a:xfrm>
        </p:grpSpPr>
        <p:grpSp>
          <p:nvGrpSpPr>
            <p:cNvPr id="11" name="shape-5FAC">
              <a:extLst>
                <a:ext uri="{EBA01861-73DC-4041-ADA8-569792F9465A}">
                  <a16:creationId xmlns:a16="http://schemas.microsoft.com/office/drawing/2010/main" xmlns:vt="http://schemas.openxmlformats.org/officeDocument/2006/docPropsVTypes" xmlns:ns1="http://schemas.openxmlformats.org/officeDocument/2006/extended-properties" xmlns:cs="http://schemas.microsoft.com/office/drawing/2012/chartStyle" xmlns:c="http://schemas.openxmlformats.org/drawingml/2006/chart" xmlns="" id="{8A381F70-30BE-4AC0-8C83-975491363397}"/>
                </a:ext>
              </a:extLst>
            </p:cNvPr>
            <p:cNvGrpSpPr/>
            <p:nvPr/>
          </p:nvGrpSpPr>
          <p:grpSpPr>
            <a:xfrm>
              <a:off x="9525" y="9525"/>
              <a:ext cx="1662684" cy="1478184"/>
              <a:chOff x="9525" y="9525"/>
              <a:chExt cx="1662684" cy="1478184"/>
            </a:xfrm>
          </p:grpSpPr>
          <p:sp>
            <p:nvSpPr>
              <p:cNvPr id="12" name="shape-EE30">
                <a:extLst>
                  <a:ext uri="{39C6DCA1-3337-4BD0-9495-6CC9F79749A0}">
                    <a16:creationId xmlns:a16="http://schemas.microsoft.com/office/drawing/2010/main" xmlns:vt="http://schemas.openxmlformats.org/officeDocument/2006/docPropsVTypes" xmlns:ns1="http://schemas.openxmlformats.org/officeDocument/2006/extended-properties" xmlns:cs="http://schemas.microsoft.com/office/drawing/2012/chartStyle" xmlns:c="http://schemas.openxmlformats.org/drawingml/2006/chart" xmlns="" id="{56F7F97E-191C-4056-A836-05C1F11B78F0}"/>
                  </a:ext>
                </a:extLst>
              </p:cNvPr>
              <p:cNvSpPr/>
              <p:nvPr/>
            </p:nvSpPr>
            <p:spPr>
              <a:xfrm>
                <a:off x="9525" y="9525"/>
                <a:ext cx="1662684" cy="1478184"/>
              </a:xfrm>
              <a:custGeom>
                <a:avLst/>
                <a:gdLst/>
                <a:ahLst/>
                <a:cxnLst/>
                <a:rect l="0" t="0" r="r" b="b"/>
                <a:pathLst>
                  <a:path w="1662684" h="1478185">
                    <a:moveTo>
                      <a:pt x="1662684" y="1478185"/>
                    </a:moveTo>
                    <a:lnTo>
                      <a:pt x="1662684" y="131350"/>
                    </a:lnTo>
                    <a:cubicBezTo>
                      <a:pt x="1662684" y="58769"/>
                      <a:pt x="1603915" y="0"/>
                      <a:pt x="1531334" y="0"/>
                    </a:cubicBezTo>
                    <a:lnTo>
                      <a:pt x="0" y="0"/>
                    </a:lnTo>
                  </a:path>
                </a:pathLst>
              </a:custGeom>
              <a:ln w="19050" cap="rnd">
                <a:solidFill>
                  <a:schemeClr val="tx1">
                    <a:lumMod val="50000"/>
                    <a:lumOff val="50000"/>
                  </a:schemeClr>
                </a:solidFill>
                <a:prstDash val="solid"/>
              </a:ln>
            </p:spPr>
            <p:txBody>
              <a:bodyPr rtlCol="0" anchor="ctr">
                <a:noAutofit/>
              </a:bodyPr>
              <a:lstStyle/>
              <a:p>
                <a:pPr algn="ctr"/>
                <a:endParaRPr lang="en-US" dirty="0"/>
              </a:p>
            </p:txBody>
          </p:sp>
        </p:grpSp>
      </p:grpSp>
      <p:sp>
        <p:nvSpPr>
          <p:cNvPr id="13" name="Rectangle 12">
            <a:extLst>
              <a:ext uri="{1A6D7C87-B218-4C4E-ADB2-31A4DDD64B9F}">
                <a16:creationId xmlns:a16="http://schemas.microsoft.com/office/drawing/2010/main" xmlns:vt="http://schemas.openxmlformats.org/officeDocument/2006/docPropsVTypes" xmlns:ns1="http://schemas.openxmlformats.org/officeDocument/2006/extended-properties" xmlns:cs="http://schemas.microsoft.com/office/drawing/2012/chartStyle" xmlns:c="http://schemas.openxmlformats.org/drawingml/2006/chart" xmlns="" id="{24C6D039-2FF0-4021-82D3-65A9832CD2CC}"/>
              </a:ext>
            </a:extLst>
          </p:cNvPr>
          <p:cNvSpPr/>
          <p:nvPr/>
        </p:nvSpPr>
        <p:spPr>
          <a:xfrm>
            <a:off x="0" y="4980784"/>
            <a:ext cx="9144000" cy="160982"/>
          </a:xfrm>
          <a:prstGeom prst="rect">
            <a:avLst/>
          </a:prstGeom>
          <a:solidFill>
            <a:schemeClr val="bg2">
              <a:lumMod val="65000"/>
            </a:schemeClr>
          </a:solidFill>
          <a:effectLst/>
        </p:spPr>
        <p:style>
          <a:lnRef idx="1">
            <a:schemeClr val="accent1">
              <a:shade val="50000"/>
            </a:schemeClr>
          </a:lnRef>
          <a:fillRef idx="1">
            <a:schemeClr val="accent1"/>
          </a:fillRef>
          <a:effectRef idx="0">
            <a:schemeClr val="accent1"/>
          </a:effectRef>
          <a:fontRef idx="minor">
            <a:srgbClr val="FFFFFF"/>
          </a:fontRef>
        </p:style>
        <p:txBody>
          <a:bodyPr rtlCol="0" anchor="ctr">
            <a:noAutofit/>
          </a:bodyPr>
          <a:lstStyle/>
          <a:p>
            <a:endParaRPr lang="en-US" dirty="0"/>
          </a:p>
        </p:txBody>
      </p:sp>
      <p:grpSp>
        <p:nvGrpSpPr>
          <p:cNvPr id="14" name="Group 13">
            <a:extLst>
              <a:ext uri="{A8408442-0CB9-485E-944A-F09236216990}">
                <a16:creationId xmlns:a16="http://schemas.microsoft.com/office/drawing/2010/main" xmlns:vt="http://schemas.openxmlformats.org/officeDocument/2006/docPropsVTypes" xmlns:ns1="http://schemas.openxmlformats.org/officeDocument/2006/extended-properties" xmlns:cs="http://schemas.microsoft.com/office/drawing/2012/chartStyle" xmlns:c="http://schemas.openxmlformats.org/drawingml/2006/chart" xmlns="" id="{A22A65ED-CE59-46C1-8658-B781986A8036}"/>
              </a:ext>
            </a:extLst>
          </p:cNvPr>
          <p:cNvGrpSpPr>
            <a:grpSpLocks noChangeAspect="1"/>
          </p:cNvGrpSpPr>
          <p:nvPr/>
        </p:nvGrpSpPr>
        <p:grpSpPr>
          <a:xfrm>
            <a:off x="8788899" y="3682717"/>
            <a:ext cx="362045" cy="1613535"/>
            <a:chOff x="0" y="-57150"/>
            <a:chExt cx="362045" cy="1613535"/>
          </a:xfrm>
        </p:grpSpPr>
        <p:grpSp>
          <p:nvGrpSpPr>
            <p:cNvPr id="15" name="shape-5754">
              <a:extLst>
                <a:ext uri="{A838262B-4A83-45BF-BE09-86019E745AFB}">
                  <a16:creationId xmlns:a16="http://schemas.microsoft.com/office/drawing/2010/main" xmlns:vt="http://schemas.openxmlformats.org/officeDocument/2006/docPropsVTypes" xmlns:ns1="http://schemas.openxmlformats.org/officeDocument/2006/extended-properties" xmlns:cs="http://schemas.microsoft.com/office/drawing/2012/chartStyle" xmlns:c="http://schemas.openxmlformats.org/drawingml/2006/chart" xmlns="" id="{73037326-E6E8-45ED-9519-25A6C06203E8}"/>
                </a:ext>
              </a:extLst>
            </p:cNvPr>
            <p:cNvGrpSpPr/>
            <p:nvPr/>
          </p:nvGrpSpPr>
          <p:grpSpPr>
            <a:xfrm>
              <a:off x="0" y="-57150"/>
              <a:ext cx="362045" cy="1613535"/>
              <a:chOff x="0" y="-57150"/>
              <a:chExt cx="362045" cy="1613535"/>
            </a:xfrm>
          </p:grpSpPr>
          <p:sp>
            <p:nvSpPr>
              <p:cNvPr id="16" name="shape-7013">
                <a:extLst>
                  <a:ext uri="{A992138D-CCC7-4F17-A0CE-D167DEF1C88B}">
                    <a16:creationId xmlns:a16="http://schemas.microsoft.com/office/drawing/2010/main" xmlns:vt="http://schemas.openxmlformats.org/officeDocument/2006/docPropsVTypes" xmlns:ns1="http://schemas.openxmlformats.org/officeDocument/2006/extended-properties" xmlns:cs="http://schemas.microsoft.com/office/drawing/2012/chartStyle" xmlns:c="http://schemas.openxmlformats.org/drawingml/2006/chart" xmlns="" id="{A5A8A924-2E94-4415-A70B-CCBB2C36E988}"/>
                  </a:ext>
                </a:extLst>
              </p:cNvPr>
              <p:cNvSpPr/>
              <p:nvPr/>
            </p:nvSpPr>
            <p:spPr>
              <a:xfrm>
                <a:off x="192976" y="-57150"/>
                <a:ext cx="169068" cy="1532382"/>
              </a:xfrm>
              <a:custGeom>
                <a:avLst/>
                <a:gdLst/>
                <a:ahLst/>
                <a:cxnLst/>
                <a:rect l="0" t="0" r="r" b="b"/>
                <a:pathLst>
                  <a:path w="169069" h="1532382">
                    <a:moveTo>
                      <a:pt x="169069" y="1461421"/>
                    </a:moveTo>
                    <a:lnTo>
                      <a:pt x="158782" y="0"/>
                    </a:lnTo>
                    <a:lnTo>
                      <a:pt x="0" y="1532382"/>
                    </a:lnTo>
                    <a:lnTo>
                      <a:pt x="169069" y="1461421"/>
                    </a:lnTo>
                    <a:close/>
                  </a:path>
                </a:pathLst>
              </a:custGeom>
              <a:solidFill>
                <a:srgbClr val="6B5E62"/>
              </a:solidFill>
            </p:spPr>
            <p:txBody>
              <a:bodyPr rtlCol="0" anchor="ctr">
                <a:noAutofit/>
              </a:bodyPr>
              <a:lstStyle/>
              <a:p>
                <a:pPr algn="ctr"/>
                <a:endParaRPr lang="en-US" dirty="0"/>
              </a:p>
            </p:txBody>
          </p:sp>
          <p:sp>
            <p:nvSpPr>
              <p:cNvPr id="17" name="shape-30D5">
                <a:extLst>
                  <a:ext uri="{B4ECB0DB-D7A1-4F12-957D-E340080D39A1}">
                    <a16:creationId xmlns:a16="http://schemas.microsoft.com/office/drawing/2010/main" xmlns:vt="http://schemas.openxmlformats.org/officeDocument/2006/docPropsVTypes" xmlns:ns1="http://schemas.openxmlformats.org/officeDocument/2006/extended-properties" xmlns:cs="http://schemas.microsoft.com/office/drawing/2012/chartStyle" xmlns:c="http://schemas.openxmlformats.org/drawingml/2006/chart" xmlns="" id="{EB4486E2-4383-4A45-A2D9-55F2A3D7F425}"/>
                  </a:ext>
                </a:extLst>
              </p:cNvPr>
              <p:cNvSpPr/>
              <p:nvPr/>
            </p:nvSpPr>
            <p:spPr>
              <a:xfrm>
                <a:off x="0" y="-57150"/>
                <a:ext cx="351758" cy="1613535"/>
              </a:xfrm>
              <a:custGeom>
                <a:avLst/>
                <a:gdLst/>
                <a:ahLst/>
                <a:cxnLst/>
                <a:rect l="0" t="0" r="r" b="b"/>
                <a:pathLst>
                  <a:path w="351758" h="1613535">
                    <a:moveTo>
                      <a:pt x="0" y="1613535"/>
                    </a:moveTo>
                    <a:lnTo>
                      <a:pt x="351758" y="0"/>
                    </a:lnTo>
                    <a:lnTo>
                      <a:pt x="192977" y="1532382"/>
                    </a:lnTo>
                    <a:lnTo>
                      <a:pt x="0" y="1613535"/>
                    </a:lnTo>
                    <a:close/>
                  </a:path>
                </a:pathLst>
              </a:custGeom>
              <a:solidFill>
                <a:srgbClr val="4D4346"/>
              </a:solidFill>
            </p:spPr>
            <p:txBody>
              <a:bodyPr rtlCol="0" anchor="ctr">
                <a:noAutofit/>
              </a:bodyPr>
              <a:lstStyle/>
              <a:p>
                <a:pPr algn="ctr"/>
                <a:endParaRPr lang="en-US" dirty="0"/>
              </a:p>
            </p:txBody>
          </p:sp>
        </p:grpSp>
      </p:grpSp>
    </p:spTree>
    <p:custDataLst>
      <p:tags r:id="rId1"/>
    </p:custDataLst>
    <p:extLst>
      <p:ext uri="{17248A9B-8EAB-4A37-A8E8-9FA5E71A341A}">
        <p14:creationId xmlns:p14="http://schemas.microsoft.com/office/powerpoint/2010/main" xmlns:vt="http://schemas.openxmlformats.org/officeDocument/2006/docPropsVTypes" xmlns:ns1="http://schemas.openxmlformats.org/officeDocument/2006/extended-properties" xmlns:cs="http://schemas.microsoft.com/office/drawing/2012/chartStyle" xmlns:c="http://schemas.openxmlformats.org/drawingml/2006/chart" xmlns="" val="176030419524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26CB91A0-B141-45CD-A56D-1C20A8064C00}">
                <a16:creationId xmlns:a16="http://schemas.microsoft.com/office/drawing/2010/main" xmlns:vt="http://schemas.openxmlformats.org/officeDocument/2006/docPropsVTypes" xmlns:ns1="http://schemas.openxmlformats.org/officeDocument/2006/extended-properties" xmlns:cs="http://schemas.microsoft.com/office/drawing/2012/chartStyle" xmlns:c="http://schemas.openxmlformats.org/drawingml/2006/chart" xmlns="" id="{9BFFF334-1A37-46DA-984A-043A0AA70A38}"/>
              </a:ext>
            </a:extLst>
          </p:cNvPr>
          <p:cNvSpPr>
            <a:spLocks noGrp="1"/>
          </p:cNvSpPr>
          <p:nvPr>
            <p:ph type="title"/>
          </p:nvPr>
        </p:nvSpPr>
        <p:spPr>
          <a:xfrm>
            <a:off x="762000" y="1914525"/>
            <a:ext cx="7620000" cy="857250"/>
          </a:xfrm>
        </p:spPr>
        <p:txBody>
          <a:bodyPr rtlCol="0" anchor="ctr"/>
          <a:lstStyle>
            <a:lvl1pPr lvl="0" algn="ctr"/>
          </a:lstStyle>
          <a:p>
            <a:r>
              <a:rPr lang="en-US" dirty="0"/>
              <a:t>Click to edit Master title style</a:t>
            </a:r>
          </a:p>
        </p:txBody>
      </p:sp>
      <p:sp>
        <p:nvSpPr>
          <p:cNvPr id="3" name="Slide Number Placeholder 3">
            <a:extLst>
              <a:ext uri="{99372104-F49E-4896-9A57-EF5A4CC03BCA}">
                <a16:creationId xmlns:a16="http://schemas.microsoft.com/office/drawing/2010/main" xmlns:vt="http://schemas.openxmlformats.org/officeDocument/2006/docPropsVTypes" xmlns:ns1="http://schemas.openxmlformats.org/officeDocument/2006/extended-properties" xmlns:cs="http://schemas.microsoft.com/office/drawing/2012/chartStyle" xmlns:c="http://schemas.openxmlformats.org/drawingml/2006/chart" xmlns="" id="{79B3E4D5-2E98-4F0E-B248-A197899E5CD7}"/>
              </a:ext>
            </a:extLst>
          </p:cNvPr>
          <p:cNvSpPr>
            <a:spLocks noGrp="1"/>
          </p:cNvSpPr>
          <p:nvPr>
            <p:ph type="sldNum" sz="quarter" idx="12"/>
          </p:nvPr>
        </p:nvSpPr>
        <p:spPr/>
        <p:txBody>
          <a:bodyPr rtlCol="0"/>
          <a:lstStyle/>
          <a:p>
            <a:r>
              <a:rPr lang="en-US" dirty="0"/>
              <a:t>&lt;#&gt;</a:t>
            </a:r>
          </a:p>
        </p:txBody>
      </p:sp>
      <p:sp>
        <p:nvSpPr>
          <p:cNvPr id="4" name="Footer Placeholder 2">
            <a:extLst>
              <a:ext uri="{1FF6FD54-C7E6-4B9F-9DCC-06B386CD62B9}">
                <a16:creationId xmlns:a16="http://schemas.microsoft.com/office/drawing/2010/main" xmlns:vt="http://schemas.openxmlformats.org/officeDocument/2006/docPropsVTypes" xmlns:ns1="http://schemas.openxmlformats.org/officeDocument/2006/extended-properties" xmlns:cs="http://schemas.microsoft.com/office/drawing/2012/chartStyle" xmlns:c="http://schemas.openxmlformats.org/drawingml/2006/chart" xmlns="" id="{23F09208-9D77-4F8D-ADDE-27D3BD1D009A}"/>
              </a:ext>
            </a:extLst>
          </p:cNvPr>
          <p:cNvSpPr>
            <a:spLocks noGrp="1"/>
          </p:cNvSpPr>
          <p:nvPr>
            <p:ph type="ftr" sz="quarter" idx="11"/>
          </p:nvPr>
        </p:nvSpPr>
        <p:spPr/>
        <p:txBody>
          <a:bodyPr rtlCol="0"/>
          <a:lstStyle/>
          <a:p>
            <a:r>
              <a:rPr lang="en-US" dirty="0"/>
              <a:t>Footer</a:t>
            </a:r>
          </a:p>
        </p:txBody>
      </p:sp>
      <p:sp>
        <p:nvSpPr>
          <p:cNvPr id="5" name="Date Placeholder 1">
            <a:extLst>
              <a:ext uri="{831E52A6-C821-4D4F-91B3-178EBBB37726}">
                <a16:creationId xmlns:a16="http://schemas.microsoft.com/office/drawing/2010/main" xmlns:vt="http://schemas.openxmlformats.org/officeDocument/2006/docPropsVTypes" xmlns:ns1="http://schemas.openxmlformats.org/officeDocument/2006/extended-properties" xmlns:cs="http://schemas.microsoft.com/office/drawing/2012/chartStyle" xmlns:c="http://schemas.openxmlformats.org/drawingml/2006/chart" xmlns="" id="{BA7D5AD9-811D-4C14-BD5F-B767B204900E}"/>
              </a:ext>
            </a:extLst>
          </p:cNvPr>
          <p:cNvSpPr>
            <a:spLocks noGrp="1"/>
          </p:cNvSpPr>
          <p:nvPr>
            <p:ph type="dt" sz="half" idx="10"/>
          </p:nvPr>
        </p:nvSpPr>
        <p:spPr/>
        <p:txBody>
          <a:bodyPr rtlCol="0"/>
          <a:lstStyle/>
          <a:p>
            <a:r>
              <a:rPr lang="en-US" dirty="0"/>
              <a:t>Date</a:t>
            </a:r>
          </a:p>
        </p:txBody>
      </p:sp>
      <p:grpSp>
        <p:nvGrpSpPr>
          <p:cNvPr id="6" name="Group 5">
            <a:extLst>
              <a:ext uri="{ACFA4E62-73E8-4AEE-97BF-D0EEF580D26A}">
                <a16:creationId xmlns:a16="http://schemas.microsoft.com/office/drawing/2010/main" xmlns:vt="http://schemas.openxmlformats.org/officeDocument/2006/docPropsVTypes" xmlns:ns1="http://schemas.openxmlformats.org/officeDocument/2006/extended-properties" xmlns:cs="http://schemas.microsoft.com/office/drawing/2012/chartStyle" xmlns:c="http://schemas.openxmlformats.org/drawingml/2006/chart" xmlns="" id="{BEE45604-FE4A-476A-8C62-DB3B881C38BA}"/>
              </a:ext>
            </a:extLst>
          </p:cNvPr>
          <p:cNvGrpSpPr>
            <a:grpSpLocks noChangeAspect="1"/>
          </p:cNvGrpSpPr>
          <p:nvPr/>
        </p:nvGrpSpPr>
        <p:grpSpPr>
          <a:xfrm rot="5400000" flipH="1">
            <a:off x="7391343" y="1828199"/>
            <a:ext cx="1156830" cy="1029900"/>
            <a:chOff x="0" y="0"/>
            <a:chExt cx="1681734" cy="1497234"/>
          </a:xfrm>
        </p:grpSpPr>
        <p:grpSp>
          <p:nvGrpSpPr>
            <p:cNvPr id="7" name="shape-5FAC">
              <a:extLst>
                <a:ext uri="{6D3A1B76-2C64-419C-81CA-D5E60A148024}">
                  <a16:creationId xmlns:a16="http://schemas.microsoft.com/office/drawing/2010/main" xmlns:vt="http://schemas.openxmlformats.org/officeDocument/2006/docPropsVTypes" xmlns:ns1="http://schemas.openxmlformats.org/officeDocument/2006/extended-properties" xmlns:cs="http://schemas.microsoft.com/office/drawing/2012/chartStyle" xmlns:c="http://schemas.openxmlformats.org/drawingml/2006/chart" xmlns="" id="{EFE5AE0E-9347-4C91-9105-D1D472894253}"/>
                </a:ext>
              </a:extLst>
            </p:cNvPr>
            <p:cNvGrpSpPr/>
            <p:nvPr/>
          </p:nvGrpSpPr>
          <p:grpSpPr>
            <a:xfrm>
              <a:off x="9525" y="9525"/>
              <a:ext cx="1662684" cy="1478184"/>
              <a:chOff x="9525" y="9525"/>
              <a:chExt cx="1662684" cy="1478184"/>
            </a:xfrm>
          </p:grpSpPr>
          <p:sp>
            <p:nvSpPr>
              <p:cNvPr id="8" name="shape-EE30">
                <a:extLst>
                  <a:ext uri="{1CEBBFC6-BB18-40CB-8637-F0B0E162332D}">
                    <a16:creationId xmlns:a16="http://schemas.microsoft.com/office/drawing/2010/main" xmlns:vt="http://schemas.openxmlformats.org/officeDocument/2006/docPropsVTypes" xmlns:ns1="http://schemas.openxmlformats.org/officeDocument/2006/extended-properties" xmlns:cs="http://schemas.microsoft.com/office/drawing/2012/chartStyle" xmlns:c="http://schemas.openxmlformats.org/drawingml/2006/chart" xmlns="" id="{8FA83B01-1B80-42F2-AF4F-02279BE01228}"/>
                  </a:ext>
                </a:extLst>
              </p:cNvPr>
              <p:cNvSpPr/>
              <p:nvPr/>
            </p:nvSpPr>
            <p:spPr>
              <a:xfrm>
                <a:off x="9525" y="9525"/>
                <a:ext cx="1662684" cy="1478184"/>
              </a:xfrm>
              <a:custGeom>
                <a:avLst/>
                <a:gdLst/>
                <a:ahLst/>
                <a:cxnLst/>
                <a:rect l="0" t="0" r="r" b="b"/>
                <a:pathLst>
                  <a:path w="1662684" h="1478185">
                    <a:moveTo>
                      <a:pt x="1662684" y="1478185"/>
                    </a:moveTo>
                    <a:lnTo>
                      <a:pt x="1662684" y="131350"/>
                    </a:lnTo>
                    <a:cubicBezTo>
                      <a:pt x="1662684" y="58769"/>
                      <a:pt x="1603915" y="0"/>
                      <a:pt x="1531334" y="0"/>
                    </a:cubicBezTo>
                    <a:lnTo>
                      <a:pt x="0" y="0"/>
                    </a:lnTo>
                  </a:path>
                </a:pathLst>
              </a:custGeom>
              <a:ln w="19050" cap="rnd">
                <a:solidFill>
                  <a:schemeClr val="tx1">
                    <a:lumMod val="50000"/>
                    <a:lumOff val="50000"/>
                  </a:schemeClr>
                </a:solidFill>
                <a:prstDash val="solid"/>
              </a:ln>
            </p:spPr>
            <p:txBody>
              <a:bodyPr rtlCol="0" anchor="ctr">
                <a:noAutofit/>
              </a:bodyPr>
              <a:lstStyle/>
              <a:p>
                <a:pPr algn="ctr"/>
                <a:endParaRPr lang="en-US" dirty="0"/>
              </a:p>
            </p:txBody>
          </p:sp>
        </p:grpSp>
      </p:grpSp>
      <p:sp>
        <p:nvSpPr>
          <p:cNvPr id="9" name="Rectangle 8">
            <a:extLst>
              <a:ext uri="{52414401-BA28-4D9E-AA73-FEF2DBFD895E}">
                <a16:creationId xmlns:a16="http://schemas.microsoft.com/office/drawing/2010/main" xmlns:vt="http://schemas.openxmlformats.org/officeDocument/2006/docPropsVTypes" xmlns:ns1="http://schemas.openxmlformats.org/officeDocument/2006/extended-properties" xmlns:cs="http://schemas.microsoft.com/office/drawing/2012/chartStyle" xmlns:c="http://schemas.openxmlformats.org/drawingml/2006/chart" xmlns="" id="{8DD7ED16-6E38-40EE-9363-CA659CB30DDD}"/>
              </a:ext>
            </a:extLst>
          </p:cNvPr>
          <p:cNvSpPr/>
          <p:nvPr/>
        </p:nvSpPr>
        <p:spPr>
          <a:xfrm>
            <a:off x="0" y="4980784"/>
            <a:ext cx="9144000" cy="160982"/>
          </a:xfrm>
          <a:prstGeom prst="rect">
            <a:avLst/>
          </a:prstGeom>
          <a:solidFill>
            <a:schemeClr val="bg2">
              <a:lumMod val="65000"/>
            </a:schemeClr>
          </a:solidFill>
          <a:effectLst/>
        </p:spPr>
        <p:style>
          <a:lnRef idx="1">
            <a:schemeClr val="accent1">
              <a:shade val="50000"/>
            </a:schemeClr>
          </a:lnRef>
          <a:fillRef idx="1">
            <a:schemeClr val="accent1"/>
          </a:fillRef>
          <a:effectRef idx="0">
            <a:schemeClr val="accent1"/>
          </a:effectRef>
          <a:fontRef idx="minor">
            <a:srgbClr val="FFFFFF"/>
          </a:fontRef>
        </p:style>
        <p:txBody>
          <a:bodyPr rtlCol="0" anchor="ctr">
            <a:noAutofit/>
          </a:bodyPr>
          <a:lstStyle/>
          <a:p>
            <a:endParaRPr lang="en-US" dirty="0"/>
          </a:p>
        </p:txBody>
      </p:sp>
      <p:grpSp>
        <p:nvGrpSpPr>
          <p:cNvPr id="10" name="Group 9">
            <a:extLst>
              <a:ext uri="{FEFA9695-ADFB-401E-8FDA-C944AF1DCD76}">
                <a16:creationId xmlns:a16="http://schemas.microsoft.com/office/drawing/2010/main" xmlns:vt="http://schemas.openxmlformats.org/officeDocument/2006/docPropsVTypes" xmlns:ns1="http://schemas.openxmlformats.org/officeDocument/2006/extended-properties" xmlns:cs="http://schemas.microsoft.com/office/drawing/2012/chartStyle" xmlns:c="http://schemas.openxmlformats.org/drawingml/2006/chart" xmlns="" id="{BD23FC0B-F2E9-4B9B-B01A-65525E6CCB48}"/>
              </a:ext>
            </a:extLst>
          </p:cNvPr>
          <p:cNvGrpSpPr>
            <a:grpSpLocks noChangeAspect="1"/>
          </p:cNvGrpSpPr>
          <p:nvPr/>
        </p:nvGrpSpPr>
        <p:grpSpPr>
          <a:xfrm flipH="1">
            <a:off x="-7486" y="3558835"/>
            <a:ext cx="398392" cy="1775517"/>
            <a:chOff x="0" y="-57150"/>
            <a:chExt cx="362045" cy="1613535"/>
          </a:xfrm>
        </p:grpSpPr>
        <p:grpSp>
          <p:nvGrpSpPr>
            <p:cNvPr id="11" name="shape-5754">
              <a:extLst>
                <a:ext uri="{83599ABB-FB47-4BF8-82AC-0A0CC30EB57D}">
                  <a16:creationId xmlns:a16="http://schemas.microsoft.com/office/drawing/2010/main" xmlns:vt="http://schemas.openxmlformats.org/officeDocument/2006/docPropsVTypes" xmlns:ns1="http://schemas.openxmlformats.org/officeDocument/2006/extended-properties" xmlns:cs="http://schemas.microsoft.com/office/drawing/2012/chartStyle" xmlns:c="http://schemas.openxmlformats.org/drawingml/2006/chart" xmlns="" id="{82BA54BC-A229-413B-A781-906DBB099CB4}"/>
                </a:ext>
              </a:extLst>
            </p:cNvPr>
            <p:cNvGrpSpPr/>
            <p:nvPr/>
          </p:nvGrpSpPr>
          <p:grpSpPr>
            <a:xfrm>
              <a:off x="0" y="-57150"/>
              <a:ext cx="362045" cy="1613535"/>
              <a:chOff x="0" y="-57150"/>
              <a:chExt cx="362045" cy="1613535"/>
            </a:xfrm>
          </p:grpSpPr>
          <p:sp>
            <p:nvSpPr>
              <p:cNvPr id="12" name="shape-7013">
                <a:extLst>
                  <a:ext uri="{57FC316A-41BE-4831-9D1C-DEA2DF7C0D01}">
                    <a16:creationId xmlns:a16="http://schemas.microsoft.com/office/drawing/2010/main" xmlns:vt="http://schemas.openxmlformats.org/officeDocument/2006/docPropsVTypes" xmlns:ns1="http://schemas.openxmlformats.org/officeDocument/2006/extended-properties" xmlns:cs="http://schemas.microsoft.com/office/drawing/2012/chartStyle" xmlns:c="http://schemas.openxmlformats.org/drawingml/2006/chart" xmlns="" id="{69EBEA0A-B9EF-4CAF-9723-03A9164B58E4}"/>
                  </a:ext>
                </a:extLst>
              </p:cNvPr>
              <p:cNvSpPr/>
              <p:nvPr/>
            </p:nvSpPr>
            <p:spPr>
              <a:xfrm>
                <a:off x="192976" y="-57150"/>
                <a:ext cx="169068" cy="1532382"/>
              </a:xfrm>
              <a:custGeom>
                <a:avLst/>
                <a:gdLst/>
                <a:ahLst/>
                <a:cxnLst/>
                <a:rect l="0" t="0" r="r" b="b"/>
                <a:pathLst>
                  <a:path w="169069" h="1532382">
                    <a:moveTo>
                      <a:pt x="169069" y="1461421"/>
                    </a:moveTo>
                    <a:lnTo>
                      <a:pt x="158782" y="0"/>
                    </a:lnTo>
                    <a:lnTo>
                      <a:pt x="0" y="1532382"/>
                    </a:lnTo>
                    <a:lnTo>
                      <a:pt x="169069" y="1461421"/>
                    </a:lnTo>
                    <a:close/>
                  </a:path>
                </a:pathLst>
              </a:custGeom>
              <a:solidFill>
                <a:srgbClr val="6B5E62"/>
              </a:solidFill>
            </p:spPr>
            <p:txBody>
              <a:bodyPr rtlCol="0" anchor="ctr">
                <a:noAutofit/>
              </a:bodyPr>
              <a:lstStyle/>
              <a:p>
                <a:pPr algn="ctr"/>
                <a:endParaRPr lang="en-US" dirty="0"/>
              </a:p>
            </p:txBody>
          </p:sp>
          <p:sp>
            <p:nvSpPr>
              <p:cNvPr id="13" name="shape-30D5">
                <a:extLst>
                  <a:ext uri="{C5C8953F-BE30-4912-B39D-BA3D86AF1C48}">
                    <a16:creationId xmlns:a16="http://schemas.microsoft.com/office/drawing/2010/main" xmlns:vt="http://schemas.openxmlformats.org/officeDocument/2006/docPropsVTypes" xmlns:ns1="http://schemas.openxmlformats.org/officeDocument/2006/extended-properties" xmlns:cs="http://schemas.microsoft.com/office/drawing/2012/chartStyle" xmlns:c="http://schemas.openxmlformats.org/drawingml/2006/chart" xmlns="" id="{7AF3000A-8EB2-4D39-A8ED-0BA3775E8F4C}"/>
                  </a:ext>
                </a:extLst>
              </p:cNvPr>
              <p:cNvSpPr/>
              <p:nvPr/>
            </p:nvSpPr>
            <p:spPr>
              <a:xfrm>
                <a:off x="0" y="-57150"/>
                <a:ext cx="351758" cy="1613535"/>
              </a:xfrm>
              <a:custGeom>
                <a:avLst/>
                <a:gdLst/>
                <a:ahLst/>
                <a:cxnLst/>
                <a:rect l="0" t="0" r="r" b="b"/>
                <a:pathLst>
                  <a:path w="351758" h="1613535">
                    <a:moveTo>
                      <a:pt x="0" y="1613535"/>
                    </a:moveTo>
                    <a:lnTo>
                      <a:pt x="351758" y="0"/>
                    </a:lnTo>
                    <a:lnTo>
                      <a:pt x="192977" y="1532382"/>
                    </a:lnTo>
                    <a:lnTo>
                      <a:pt x="0" y="1613535"/>
                    </a:lnTo>
                    <a:close/>
                  </a:path>
                </a:pathLst>
              </a:custGeom>
              <a:solidFill>
                <a:srgbClr val="4D4346"/>
              </a:solidFill>
            </p:spPr>
            <p:txBody>
              <a:bodyPr rtlCol="0" anchor="ctr">
                <a:noAutofit/>
              </a:bodyPr>
              <a:lstStyle/>
              <a:p>
                <a:pPr algn="ctr"/>
                <a:endParaRPr lang="en-US" dirty="0"/>
              </a:p>
            </p:txBody>
          </p:sp>
        </p:grpSp>
      </p:grpSp>
    </p:spTree>
    <p:extLst>
      <p:ext uri="{55106EDE-F890-4E28-84CB-F67CFE83DC44}">
        <p14:creationId xmlns:p14="http://schemas.microsoft.com/office/powerpoint/2010/main" xmlns:vt="http://schemas.openxmlformats.org/officeDocument/2006/docPropsVTypes" xmlns:ns1="http://schemas.openxmlformats.org/officeDocument/2006/extended-properties" xmlns:cs="http://schemas.microsoft.com/office/drawing/2012/chartStyle" xmlns:c="http://schemas.openxmlformats.org/drawingml/2006/chart" xmlns="" val="176030419524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Slide Number Placeholder 3">
            <a:extLst>
              <a:ext uri="{DA89DFF9-64B2-428B-8213-1FA81BD62476}">
                <a16:creationId xmlns:a16="http://schemas.microsoft.com/office/drawing/2010/main" xmlns:vt="http://schemas.openxmlformats.org/officeDocument/2006/docPropsVTypes" xmlns:ns1="http://schemas.openxmlformats.org/officeDocument/2006/extended-properties" xmlns:cs="http://schemas.microsoft.com/office/drawing/2012/chartStyle" xmlns:c="http://schemas.openxmlformats.org/drawingml/2006/chart" xmlns="" id="{43DE8958-2B1A-4EE9-AB99-96F636009CB7}"/>
              </a:ext>
            </a:extLst>
          </p:cNvPr>
          <p:cNvSpPr>
            <a:spLocks noGrp="1"/>
          </p:cNvSpPr>
          <p:nvPr>
            <p:ph type="sldNum" sz="quarter" idx="12"/>
          </p:nvPr>
        </p:nvSpPr>
        <p:spPr/>
        <p:txBody>
          <a:bodyPr rtlCol="0"/>
          <a:lstStyle/>
          <a:p>
            <a:r>
              <a:rPr lang="en-US" dirty="0"/>
              <a:t>&lt;#&gt;</a:t>
            </a:r>
          </a:p>
        </p:txBody>
      </p:sp>
      <p:sp>
        <p:nvSpPr>
          <p:cNvPr id="3" name="Footer Placeholder 2">
            <a:extLst>
              <a:ext uri="{A0D2D6BA-D09E-43F1-AC14-275115F91487}">
                <a16:creationId xmlns:a16="http://schemas.microsoft.com/office/drawing/2010/main" xmlns:vt="http://schemas.openxmlformats.org/officeDocument/2006/docPropsVTypes" xmlns:ns1="http://schemas.openxmlformats.org/officeDocument/2006/extended-properties" xmlns:cs="http://schemas.microsoft.com/office/drawing/2012/chartStyle" xmlns:c="http://schemas.openxmlformats.org/drawingml/2006/chart" xmlns="" id="{5CA63B62-6AA2-458F-9A80-52FAE0AC3B09}"/>
              </a:ext>
            </a:extLst>
          </p:cNvPr>
          <p:cNvSpPr>
            <a:spLocks noGrp="1"/>
          </p:cNvSpPr>
          <p:nvPr>
            <p:ph type="ftr" sz="quarter" idx="11"/>
          </p:nvPr>
        </p:nvSpPr>
        <p:spPr/>
        <p:txBody>
          <a:bodyPr rtlCol="0"/>
          <a:lstStyle/>
          <a:p>
            <a:r>
              <a:rPr lang="en-US" dirty="0"/>
              <a:t>Footer</a:t>
            </a:r>
          </a:p>
        </p:txBody>
      </p:sp>
      <p:sp>
        <p:nvSpPr>
          <p:cNvPr id="4" name="Date Placeholder 1">
            <a:extLst>
              <a:ext uri="{66EF9D70-ED68-4884-AC5A-6AD52947F887}">
                <a16:creationId xmlns:a16="http://schemas.microsoft.com/office/drawing/2010/main" xmlns:vt="http://schemas.openxmlformats.org/officeDocument/2006/docPropsVTypes" xmlns:ns1="http://schemas.openxmlformats.org/officeDocument/2006/extended-properties" xmlns:cs="http://schemas.microsoft.com/office/drawing/2012/chartStyle" xmlns:c="http://schemas.openxmlformats.org/drawingml/2006/chart" xmlns="" id="{4FEA93B9-EE97-42DB-AA78-4F5066A2F5F9}"/>
              </a:ext>
            </a:extLst>
          </p:cNvPr>
          <p:cNvSpPr>
            <a:spLocks noGrp="1"/>
          </p:cNvSpPr>
          <p:nvPr>
            <p:ph type="dt" sz="half" idx="10"/>
          </p:nvPr>
        </p:nvSpPr>
        <p:spPr/>
        <p:txBody>
          <a:bodyPr rtlCol="0"/>
          <a:lstStyle/>
          <a:p>
            <a:r>
              <a:rPr lang="en-US" dirty="0"/>
              <a:t>Date</a:t>
            </a:r>
          </a:p>
        </p:txBody>
      </p:sp>
      <p:sp>
        <p:nvSpPr>
          <p:cNvPr id="5" name="Rectangle 4">
            <a:extLst>
              <a:ext uri="{6116247E-DA32-41EB-A6AA-006AD59DB5B9}">
                <a16:creationId xmlns:a16="http://schemas.microsoft.com/office/drawing/2010/main" xmlns:vt="http://schemas.openxmlformats.org/officeDocument/2006/docPropsVTypes" xmlns:ns1="http://schemas.openxmlformats.org/officeDocument/2006/extended-properties" xmlns:cs="http://schemas.microsoft.com/office/drawing/2012/chartStyle" xmlns:c="http://schemas.openxmlformats.org/drawingml/2006/chart" xmlns="" id="{B8D36DF1-AF95-454B-A900-3545776E2181}"/>
              </a:ext>
            </a:extLst>
          </p:cNvPr>
          <p:cNvSpPr/>
          <p:nvPr/>
        </p:nvSpPr>
        <p:spPr>
          <a:xfrm>
            <a:off x="0" y="4980784"/>
            <a:ext cx="9144000" cy="160982"/>
          </a:xfrm>
          <a:prstGeom prst="rect">
            <a:avLst/>
          </a:prstGeom>
          <a:solidFill>
            <a:schemeClr val="bg2">
              <a:lumMod val="65000"/>
            </a:schemeClr>
          </a:solidFill>
          <a:effectLst/>
        </p:spPr>
        <p:style>
          <a:lnRef idx="1">
            <a:schemeClr val="accent1">
              <a:shade val="50000"/>
            </a:schemeClr>
          </a:lnRef>
          <a:fillRef idx="1">
            <a:schemeClr val="accent1"/>
          </a:fillRef>
          <a:effectRef idx="0">
            <a:schemeClr val="accent1"/>
          </a:effectRef>
          <a:fontRef idx="minor">
            <a:srgbClr val="FFFFFF"/>
          </a:fontRef>
        </p:style>
        <p:txBody>
          <a:bodyPr rtlCol="0" anchor="ctr">
            <a:noAutofit/>
          </a:bodyPr>
          <a:lstStyle/>
          <a:p>
            <a:endParaRPr lang="en-US" dirty="0"/>
          </a:p>
        </p:txBody>
      </p:sp>
      <p:grpSp>
        <p:nvGrpSpPr>
          <p:cNvPr id="6" name="Group 5">
            <a:extLst>
              <a:ext uri="{FC538D92-6044-4037-810D-890A3CF9866F}">
                <a16:creationId xmlns:a16="http://schemas.microsoft.com/office/drawing/2010/main" xmlns:vt="http://schemas.openxmlformats.org/officeDocument/2006/docPropsVTypes" xmlns:ns1="http://schemas.openxmlformats.org/officeDocument/2006/extended-properties" xmlns:cs="http://schemas.microsoft.com/office/drawing/2012/chartStyle" xmlns:c="http://schemas.openxmlformats.org/drawingml/2006/chart" xmlns="" id="{88CBE218-A96E-4080-B34E-D829B65CD433}"/>
              </a:ext>
            </a:extLst>
          </p:cNvPr>
          <p:cNvGrpSpPr>
            <a:grpSpLocks noChangeAspect="1"/>
          </p:cNvGrpSpPr>
          <p:nvPr/>
        </p:nvGrpSpPr>
        <p:grpSpPr>
          <a:xfrm flipH="1">
            <a:off x="-7486" y="3558835"/>
            <a:ext cx="398392" cy="1775517"/>
            <a:chOff x="0" y="-57150"/>
            <a:chExt cx="362045" cy="1613535"/>
          </a:xfrm>
        </p:grpSpPr>
        <p:grpSp>
          <p:nvGrpSpPr>
            <p:cNvPr id="7" name="shape-5754">
              <a:extLst>
                <a:ext uri="{82F682AF-69E2-4812-ACA4-F4836489BB4D}">
                  <a16:creationId xmlns:a16="http://schemas.microsoft.com/office/drawing/2010/main" xmlns:vt="http://schemas.openxmlformats.org/officeDocument/2006/docPropsVTypes" xmlns:ns1="http://schemas.openxmlformats.org/officeDocument/2006/extended-properties" xmlns:cs="http://schemas.microsoft.com/office/drawing/2012/chartStyle" xmlns:c="http://schemas.openxmlformats.org/drawingml/2006/chart" xmlns="" id="{8B0F739E-DC74-452D-8AD2-43AF2EBF634A}"/>
                </a:ext>
              </a:extLst>
            </p:cNvPr>
            <p:cNvGrpSpPr/>
            <p:nvPr/>
          </p:nvGrpSpPr>
          <p:grpSpPr>
            <a:xfrm>
              <a:off x="0" y="-57150"/>
              <a:ext cx="362045" cy="1613535"/>
              <a:chOff x="0" y="-57150"/>
              <a:chExt cx="362045" cy="1613535"/>
            </a:xfrm>
          </p:grpSpPr>
          <p:sp>
            <p:nvSpPr>
              <p:cNvPr id="8" name="shape-7013">
                <a:extLst>
                  <a:ext uri="{D958AC2B-3344-4346-8DBD-4B0BB93D860F}">
                    <a16:creationId xmlns:a16="http://schemas.microsoft.com/office/drawing/2010/main" xmlns:vt="http://schemas.openxmlformats.org/officeDocument/2006/docPropsVTypes" xmlns:ns1="http://schemas.openxmlformats.org/officeDocument/2006/extended-properties" xmlns:cs="http://schemas.microsoft.com/office/drawing/2012/chartStyle" xmlns:c="http://schemas.openxmlformats.org/drawingml/2006/chart" xmlns="" id="{0FD0AD6F-5A13-4BD7-AE2E-ACC934C4D34B}"/>
                  </a:ext>
                </a:extLst>
              </p:cNvPr>
              <p:cNvSpPr/>
              <p:nvPr/>
            </p:nvSpPr>
            <p:spPr>
              <a:xfrm>
                <a:off x="192976" y="-57150"/>
                <a:ext cx="169068" cy="1532382"/>
              </a:xfrm>
              <a:custGeom>
                <a:avLst/>
                <a:gdLst/>
                <a:ahLst/>
                <a:cxnLst/>
                <a:rect l="0" t="0" r="r" b="b"/>
                <a:pathLst>
                  <a:path w="169069" h="1532382">
                    <a:moveTo>
                      <a:pt x="169069" y="1461421"/>
                    </a:moveTo>
                    <a:lnTo>
                      <a:pt x="158782" y="0"/>
                    </a:lnTo>
                    <a:lnTo>
                      <a:pt x="0" y="1532382"/>
                    </a:lnTo>
                    <a:lnTo>
                      <a:pt x="169069" y="1461421"/>
                    </a:lnTo>
                    <a:close/>
                  </a:path>
                </a:pathLst>
              </a:custGeom>
              <a:solidFill>
                <a:srgbClr val="6B5E62"/>
              </a:solidFill>
            </p:spPr>
            <p:txBody>
              <a:bodyPr rtlCol="0" anchor="ctr">
                <a:noAutofit/>
              </a:bodyPr>
              <a:lstStyle/>
              <a:p>
                <a:pPr algn="ctr"/>
                <a:endParaRPr lang="en-US" dirty="0"/>
              </a:p>
            </p:txBody>
          </p:sp>
          <p:sp>
            <p:nvSpPr>
              <p:cNvPr id="9" name="shape-30D5">
                <a:extLst>
                  <a:ext uri="{2812E50A-4554-4894-960E-95C2C51857E1}">
                    <a16:creationId xmlns:a16="http://schemas.microsoft.com/office/drawing/2010/main" xmlns:vt="http://schemas.openxmlformats.org/officeDocument/2006/docPropsVTypes" xmlns:ns1="http://schemas.openxmlformats.org/officeDocument/2006/extended-properties" xmlns:cs="http://schemas.microsoft.com/office/drawing/2012/chartStyle" xmlns:c="http://schemas.openxmlformats.org/drawingml/2006/chart" xmlns="" id="{A58993A2-DEEB-4122-9308-381FCE05C380}"/>
                  </a:ext>
                </a:extLst>
              </p:cNvPr>
              <p:cNvSpPr/>
              <p:nvPr/>
            </p:nvSpPr>
            <p:spPr>
              <a:xfrm>
                <a:off x="0" y="-57150"/>
                <a:ext cx="351758" cy="1613535"/>
              </a:xfrm>
              <a:custGeom>
                <a:avLst/>
                <a:gdLst/>
                <a:ahLst/>
                <a:cxnLst/>
                <a:rect l="0" t="0" r="r" b="b"/>
                <a:pathLst>
                  <a:path w="351758" h="1613535">
                    <a:moveTo>
                      <a:pt x="0" y="1613535"/>
                    </a:moveTo>
                    <a:lnTo>
                      <a:pt x="351758" y="0"/>
                    </a:lnTo>
                    <a:lnTo>
                      <a:pt x="192977" y="1532382"/>
                    </a:lnTo>
                    <a:lnTo>
                      <a:pt x="0" y="1613535"/>
                    </a:lnTo>
                    <a:close/>
                  </a:path>
                </a:pathLst>
              </a:custGeom>
              <a:solidFill>
                <a:srgbClr val="4D4346"/>
              </a:solidFill>
            </p:spPr>
            <p:txBody>
              <a:bodyPr rtlCol="0" anchor="ctr">
                <a:noAutofit/>
              </a:bodyPr>
              <a:lstStyle/>
              <a:p>
                <a:pPr algn="ctr"/>
                <a:endParaRPr lang="en-US" dirty="0"/>
              </a:p>
            </p:txBody>
          </p:sp>
        </p:grpSp>
      </p:grpSp>
    </p:spTree>
    <p:extLst>
      <p:ext uri="{ABBC37D0-C4D5-4087-B90B-1527F797589E}">
        <p14:creationId xmlns:p14="http://schemas.microsoft.com/office/powerpoint/2010/main" xmlns:vt="http://schemas.openxmlformats.org/officeDocument/2006/docPropsVTypes" xmlns:ns1="http://schemas.openxmlformats.org/officeDocument/2006/extended-properties" xmlns:cs="http://schemas.microsoft.com/office/drawing/2012/chartStyle" xmlns:c="http://schemas.openxmlformats.org/drawingml/2006/chart" xmlns="" val="176030419524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413B94E5-87D0-4DC0-97DD-70AFEB20B6EA}">
                <a16:creationId xmlns:a16="http://schemas.microsoft.com/office/drawing/2010/main" xmlns:vt="http://schemas.openxmlformats.org/officeDocument/2006/docPropsVTypes" xmlns:ns1="http://schemas.openxmlformats.org/officeDocument/2006/extended-properties" xmlns:cs="http://schemas.microsoft.com/office/drawing/2012/chartStyle" xmlns:c="http://schemas.openxmlformats.org/drawingml/2006/chart" xmlns="" id="{4ACC1DB3-713B-430A-8141-DFC6817EE1D5}"/>
              </a:ext>
            </a:extLst>
          </p:cNvPr>
          <p:cNvSpPr>
            <a:spLocks noGrp="1"/>
          </p:cNvSpPr>
          <p:nvPr>
            <p:ph type="title"/>
          </p:nvPr>
        </p:nvSpPr>
        <p:spPr/>
        <p:txBody>
          <a:bodyPr rtlCol="0"/>
          <a:lstStyle>
            <a:lvl1pPr lvl="0"/>
          </a:lstStyle>
          <a:p>
            <a:r>
              <a:rPr lang="en-US" dirty="0"/>
              <a:t>Click to edit Master title style</a:t>
            </a:r>
          </a:p>
        </p:txBody>
      </p:sp>
      <p:sp>
        <p:nvSpPr>
          <p:cNvPr id="3" name="Text Placeholder 3">
            <a:extLst>
              <a:ext uri="{1AE399B9-4A96-43C2-8BD2-83CD9AB8974B}">
                <a16:creationId xmlns:a16="http://schemas.microsoft.com/office/drawing/2010/main" xmlns:vt="http://schemas.openxmlformats.org/officeDocument/2006/docPropsVTypes" xmlns:ns1="http://schemas.openxmlformats.org/officeDocument/2006/extended-properties" xmlns:cs="http://schemas.microsoft.com/office/drawing/2012/chartStyle" xmlns:c="http://schemas.openxmlformats.org/drawingml/2006/chart" xmlns="" id="{B702C9C5-6745-478C-907D-94F61728657F}"/>
              </a:ext>
            </a:extLst>
          </p:cNvPr>
          <p:cNvSpPr>
            <a:spLocks noGrp="1"/>
          </p:cNvSpPr>
          <p:nvPr>
            <p:ph type="body" idx="1"/>
          </p:nvPr>
        </p:nvSpPr>
        <p:spPr>
          <a:xfrm>
            <a:off x="762000" y="1455900"/>
            <a:ext cx="2822399" cy="2984400"/>
          </a:xfrm>
        </p:spPr>
        <p:txBody>
          <a:bodyPr lIns="91440" tIns="93600" rIns="91440" bIns="45720" rtlCol="0" anchor="t">
            <a:normAutofit/>
          </a:bodyPr>
          <a:lstStyle>
            <a:lvl1pPr marL="0" lvl="0" indent="0">
              <a:buNone/>
            </a:lvl1pPr>
          </a:lstStyle>
          <a:p>
            <a:r>
              <a:rPr lang="en-US" dirty="0"/>
              <a:t>Click to edit Master text styles</a:t>
            </a:r>
          </a:p>
        </p:txBody>
      </p:sp>
      <p:sp>
        <p:nvSpPr>
          <p:cNvPr id="4" name="Content Placeholder 2">
            <a:extLst>
              <a:ext uri="{EA5B3A7A-1ECC-43A9-B490-A1E07E39FB76}">
                <a16:creationId xmlns:a16="http://schemas.microsoft.com/office/drawing/2010/main" xmlns:vt="http://schemas.openxmlformats.org/officeDocument/2006/docPropsVTypes" xmlns:ns1="http://schemas.openxmlformats.org/officeDocument/2006/extended-properties" xmlns:cs="http://schemas.microsoft.com/office/drawing/2012/chartStyle" xmlns:c="http://schemas.openxmlformats.org/drawingml/2006/chart" xmlns="" id="{D1194560-D303-4E56-B6B9-BD763C159A9C}"/>
              </a:ext>
            </a:extLst>
          </p:cNvPr>
          <p:cNvSpPr>
            <a:spLocks noGrp="1"/>
          </p:cNvSpPr>
          <p:nvPr>
            <p:ph idx="2"/>
          </p:nvPr>
        </p:nvSpPr>
        <p:spPr>
          <a:xfrm>
            <a:off x="3776758" y="1447800"/>
            <a:ext cx="4605242" cy="3000375"/>
          </a:xfrm>
        </p:spPr>
        <p:txBody>
          <a:bodyPr rtlCol="0"/>
          <a:lstStyle>
            <a:lvl1pPr lvl="0"/>
            <a:lvl2pPr lvl="1"/>
            <a:lvl3pPr lvl="2"/>
            <a:lvl4pPr lvl="3"/>
            <a:lvl5pPr lvl="4"/>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Slide Number Placeholder 3">
            <a:extLst>
              <a:ext uri="{66ED5BD4-82F2-41BB-A028-E347214B62AB}">
                <a16:creationId xmlns:a16="http://schemas.microsoft.com/office/drawing/2010/main" xmlns:vt="http://schemas.openxmlformats.org/officeDocument/2006/docPropsVTypes" xmlns:ns1="http://schemas.openxmlformats.org/officeDocument/2006/extended-properties" xmlns:cs="http://schemas.microsoft.com/office/drawing/2012/chartStyle" xmlns:c="http://schemas.openxmlformats.org/drawingml/2006/chart" xmlns="" id="{D2C31681-7674-4823-8865-6196B5A1B544}"/>
              </a:ext>
            </a:extLst>
          </p:cNvPr>
          <p:cNvSpPr>
            <a:spLocks noGrp="1"/>
          </p:cNvSpPr>
          <p:nvPr>
            <p:ph type="sldNum" sz="quarter" idx="12"/>
          </p:nvPr>
        </p:nvSpPr>
        <p:spPr/>
        <p:txBody>
          <a:bodyPr rtlCol="0"/>
          <a:lstStyle/>
          <a:p>
            <a:r>
              <a:rPr lang="en-US" dirty="0"/>
              <a:t>&lt;#&gt;</a:t>
            </a:r>
          </a:p>
        </p:txBody>
      </p:sp>
      <p:sp>
        <p:nvSpPr>
          <p:cNvPr id="6" name="Footer Placeholder 2">
            <a:extLst>
              <a:ext uri="{5864CC59-BA6F-44D8-9D7E-4C2BC01F0B33}">
                <a16:creationId xmlns:a16="http://schemas.microsoft.com/office/drawing/2010/main" xmlns:vt="http://schemas.openxmlformats.org/officeDocument/2006/docPropsVTypes" xmlns:ns1="http://schemas.openxmlformats.org/officeDocument/2006/extended-properties" xmlns:cs="http://schemas.microsoft.com/office/drawing/2012/chartStyle" xmlns:c="http://schemas.openxmlformats.org/drawingml/2006/chart" xmlns="" id="{05FFAE62-8B6E-4612-A5B7-9801EE11E94F}"/>
              </a:ext>
            </a:extLst>
          </p:cNvPr>
          <p:cNvSpPr>
            <a:spLocks noGrp="1"/>
          </p:cNvSpPr>
          <p:nvPr>
            <p:ph type="ftr" sz="quarter" idx="11"/>
          </p:nvPr>
        </p:nvSpPr>
        <p:spPr/>
        <p:txBody>
          <a:bodyPr rtlCol="0"/>
          <a:lstStyle/>
          <a:p>
            <a:r>
              <a:rPr lang="en-US" dirty="0"/>
              <a:t>Footer</a:t>
            </a:r>
          </a:p>
        </p:txBody>
      </p:sp>
      <p:sp>
        <p:nvSpPr>
          <p:cNvPr id="7" name="Date Placeholder 1">
            <a:extLst>
              <a:ext uri="{99D8FC27-5F10-4527-8545-717E28121DD0}">
                <a16:creationId xmlns:a16="http://schemas.microsoft.com/office/drawing/2010/main" xmlns:vt="http://schemas.openxmlformats.org/officeDocument/2006/docPropsVTypes" xmlns:ns1="http://schemas.openxmlformats.org/officeDocument/2006/extended-properties" xmlns:cs="http://schemas.microsoft.com/office/drawing/2012/chartStyle" xmlns:c="http://schemas.openxmlformats.org/drawingml/2006/chart" xmlns="" id="{F716C874-00BF-4D90-BD8F-DED5B33497F7}"/>
              </a:ext>
            </a:extLst>
          </p:cNvPr>
          <p:cNvSpPr>
            <a:spLocks noGrp="1"/>
          </p:cNvSpPr>
          <p:nvPr>
            <p:ph type="dt" sz="half" idx="10"/>
          </p:nvPr>
        </p:nvSpPr>
        <p:spPr/>
        <p:txBody>
          <a:bodyPr rtlCol="0"/>
          <a:lstStyle/>
          <a:p>
            <a:r>
              <a:rPr lang="en-US" dirty="0"/>
              <a:t>Date</a:t>
            </a:r>
          </a:p>
        </p:txBody>
      </p:sp>
      <p:sp>
        <p:nvSpPr>
          <p:cNvPr id="8" name="Rectangle 7">
            <a:extLst>
              <a:ext uri="{3A7CDEF0-3541-4AB1-B179-3BCDCEE6EFB5}">
                <a16:creationId xmlns:a16="http://schemas.microsoft.com/office/drawing/2010/main" xmlns:vt="http://schemas.openxmlformats.org/officeDocument/2006/docPropsVTypes" xmlns:ns1="http://schemas.openxmlformats.org/officeDocument/2006/extended-properties" xmlns:cs="http://schemas.microsoft.com/office/drawing/2012/chartStyle" xmlns:c="http://schemas.openxmlformats.org/drawingml/2006/chart" xmlns="" id="{88D7A7EE-306E-4586-837E-C558B24C5833}"/>
              </a:ext>
            </a:extLst>
          </p:cNvPr>
          <p:cNvSpPr/>
          <p:nvPr/>
        </p:nvSpPr>
        <p:spPr>
          <a:xfrm>
            <a:off x="0" y="4980784"/>
            <a:ext cx="9144000" cy="160982"/>
          </a:xfrm>
          <a:prstGeom prst="rect">
            <a:avLst/>
          </a:prstGeom>
          <a:solidFill>
            <a:schemeClr val="bg2">
              <a:lumMod val="65000"/>
            </a:schemeClr>
          </a:solidFill>
          <a:effectLst/>
        </p:spPr>
        <p:style>
          <a:lnRef idx="1">
            <a:schemeClr val="accent1">
              <a:shade val="50000"/>
            </a:schemeClr>
          </a:lnRef>
          <a:fillRef idx="1">
            <a:schemeClr val="accent1"/>
          </a:fillRef>
          <a:effectRef idx="0">
            <a:schemeClr val="accent1"/>
          </a:effectRef>
          <a:fontRef idx="minor">
            <a:srgbClr val="FFFFFF"/>
          </a:fontRef>
        </p:style>
        <p:txBody>
          <a:bodyPr rtlCol="0" anchor="ctr">
            <a:noAutofit/>
          </a:bodyPr>
          <a:lstStyle/>
          <a:p>
            <a:endParaRPr lang="en-US" dirty="0"/>
          </a:p>
        </p:txBody>
      </p:sp>
      <p:grpSp>
        <p:nvGrpSpPr>
          <p:cNvPr id="9" name="Group 8">
            <a:extLst>
              <a:ext uri="{2D74FAB0-59AD-44F4-A3B8-32EA78C203CC}">
                <a16:creationId xmlns:a16="http://schemas.microsoft.com/office/drawing/2010/main" xmlns:vt="http://schemas.openxmlformats.org/officeDocument/2006/docPropsVTypes" xmlns:ns1="http://schemas.openxmlformats.org/officeDocument/2006/extended-properties" xmlns:cs="http://schemas.microsoft.com/office/drawing/2012/chartStyle" xmlns:c="http://schemas.openxmlformats.org/drawingml/2006/chart" xmlns="" id="{AE1FE283-0587-4871-A461-CD1B2A4781DD}"/>
              </a:ext>
            </a:extLst>
          </p:cNvPr>
          <p:cNvGrpSpPr>
            <a:grpSpLocks noChangeAspect="1"/>
          </p:cNvGrpSpPr>
          <p:nvPr/>
        </p:nvGrpSpPr>
        <p:grpSpPr>
          <a:xfrm>
            <a:off x="8788899" y="3682717"/>
            <a:ext cx="362045" cy="1613535"/>
            <a:chOff x="0" y="-57150"/>
            <a:chExt cx="362045" cy="1613535"/>
          </a:xfrm>
        </p:grpSpPr>
        <p:grpSp>
          <p:nvGrpSpPr>
            <p:cNvPr id="10" name="shape-5754">
              <a:extLst>
                <a:ext uri="{BA9EF26B-2EFF-4C9E-859D-CBBFD552912C}">
                  <a16:creationId xmlns:a16="http://schemas.microsoft.com/office/drawing/2010/main" xmlns:vt="http://schemas.openxmlformats.org/officeDocument/2006/docPropsVTypes" xmlns:ns1="http://schemas.openxmlformats.org/officeDocument/2006/extended-properties" xmlns:cs="http://schemas.microsoft.com/office/drawing/2012/chartStyle" xmlns:c="http://schemas.openxmlformats.org/drawingml/2006/chart" xmlns="" id="{1B7BA060-2236-4CE1-A591-1D6D880B9E06}"/>
                </a:ext>
              </a:extLst>
            </p:cNvPr>
            <p:cNvGrpSpPr/>
            <p:nvPr/>
          </p:nvGrpSpPr>
          <p:grpSpPr>
            <a:xfrm>
              <a:off x="0" y="-57150"/>
              <a:ext cx="362045" cy="1613535"/>
              <a:chOff x="0" y="-57150"/>
              <a:chExt cx="362045" cy="1613535"/>
            </a:xfrm>
          </p:grpSpPr>
          <p:sp>
            <p:nvSpPr>
              <p:cNvPr id="11" name="shape-7013">
                <a:extLst>
                  <a:ext uri="{9237692C-F77D-4878-86B9-1D40B597AA47}">
                    <a16:creationId xmlns:a16="http://schemas.microsoft.com/office/drawing/2010/main" xmlns:vt="http://schemas.openxmlformats.org/officeDocument/2006/docPropsVTypes" xmlns:ns1="http://schemas.openxmlformats.org/officeDocument/2006/extended-properties" xmlns:cs="http://schemas.microsoft.com/office/drawing/2012/chartStyle" xmlns:c="http://schemas.openxmlformats.org/drawingml/2006/chart" xmlns="" id="{1B3976FC-0907-400E-B5A8-41445D1587D6}"/>
                  </a:ext>
                </a:extLst>
              </p:cNvPr>
              <p:cNvSpPr/>
              <p:nvPr/>
            </p:nvSpPr>
            <p:spPr>
              <a:xfrm>
                <a:off x="192976" y="-57150"/>
                <a:ext cx="169068" cy="1532382"/>
              </a:xfrm>
              <a:custGeom>
                <a:avLst/>
                <a:gdLst/>
                <a:ahLst/>
                <a:cxnLst/>
                <a:rect l="0" t="0" r="r" b="b"/>
                <a:pathLst>
                  <a:path w="169069" h="1532382">
                    <a:moveTo>
                      <a:pt x="169069" y="1461421"/>
                    </a:moveTo>
                    <a:lnTo>
                      <a:pt x="158782" y="0"/>
                    </a:lnTo>
                    <a:lnTo>
                      <a:pt x="0" y="1532382"/>
                    </a:lnTo>
                    <a:lnTo>
                      <a:pt x="169069" y="1461421"/>
                    </a:lnTo>
                    <a:close/>
                  </a:path>
                </a:pathLst>
              </a:custGeom>
              <a:solidFill>
                <a:srgbClr val="6B5E62"/>
              </a:solidFill>
            </p:spPr>
            <p:txBody>
              <a:bodyPr rtlCol="0" anchor="ctr">
                <a:noAutofit/>
              </a:bodyPr>
              <a:lstStyle/>
              <a:p>
                <a:pPr algn="ctr"/>
                <a:endParaRPr lang="en-US" dirty="0"/>
              </a:p>
            </p:txBody>
          </p:sp>
          <p:sp>
            <p:nvSpPr>
              <p:cNvPr id="12" name="shape-30D5">
                <a:extLst>
                  <a:ext uri="{4B9A5ACA-7A29-45B9-810C-916189F697E0}">
                    <a16:creationId xmlns:a16="http://schemas.microsoft.com/office/drawing/2010/main" xmlns:vt="http://schemas.openxmlformats.org/officeDocument/2006/docPropsVTypes" xmlns:ns1="http://schemas.openxmlformats.org/officeDocument/2006/extended-properties" xmlns:cs="http://schemas.microsoft.com/office/drawing/2012/chartStyle" xmlns:c="http://schemas.openxmlformats.org/drawingml/2006/chart" xmlns="" id="{38D11B83-5DE4-4020-B6A1-28B28732B7D9}"/>
                  </a:ext>
                </a:extLst>
              </p:cNvPr>
              <p:cNvSpPr/>
              <p:nvPr/>
            </p:nvSpPr>
            <p:spPr>
              <a:xfrm>
                <a:off x="0" y="-57150"/>
                <a:ext cx="351758" cy="1613535"/>
              </a:xfrm>
              <a:custGeom>
                <a:avLst/>
                <a:gdLst/>
                <a:ahLst/>
                <a:cxnLst/>
                <a:rect l="0" t="0" r="r" b="b"/>
                <a:pathLst>
                  <a:path w="351758" h="1613535">
                    <a:moveTo>
                      <a:pt x="0" y="1613535"/>
                    </a:moveTo>
                    <a:lnTo>
                      <a:pt x="351758" y="0"/>
                    </a:lnTo>
                    <a:lnTo>
                      <a:pt x="192977" y="1532382"/>
                    </a:lnTo>
                    <a:lnTo>
                      <a:pt x="0" y="1613535"/>
                    </a:lnTo>
                    <a:close/>
                  </a:path>
                </a:pathLst>
              </a:custGeom>
              <a:solidFill>
                <a:srgbClr val="4D4346"/>
              </a:solidFill>
            </p:spPr>
            <p:txBody>
              <a:bodyPr rtlCol="0" anchor="ctr">
                <a:noAutofit/>
              </a:bodyPr>
              <a:lstStyle/>
              <a:p>
                <a:pPr algn="ctr"/>
                <a:endParaRPr lang="en-US" dirty="0"/>
              </a:p>
            </p:txBody>
          </p:sp>
        </p:grpSp>
      </p:grpSp>
      <p:grpSp>
        <p:nvGrpSpPr>
          <p:cNvPr id="13" name="Group 12">
            <a:extLst>
              <a:ext uri="{C058C8D1-36CC-4F40-9E2F-298991724A58}">
                <a16:creationId xmlns:a16="http://schemas.microsoft.com/office/drawing/2010/main" xmlns:vt="http://schemas.openxmlformats.org/officeDocument/2006/docPropsVTypes" xmlns:ns1="http://schemas.openxmlformats.org/officeDocument/2006/extended-properties" xmlns:cs="http://schemas.microsoft.com/office/drawing/2012/chartStyle" xmlns:c="http://schemas.openxmlformats.org/drawingml/2006/chart" xmlns="" id="{AC7F3E2E-57E6-43C2-9C06-8B8970A54960}"/>
              </a:ext>
            </a:extLst>
          </p:cNvPr>
          <p:cNvGrpSpPr>
            <a:grpSpLocks noChangeAspect="1"/>
          </p:cNvGrpSpPr>
          <p:nvPr/>
        </p:nvGrpSpPr>
        <p:grpSpPr>
          <a:xfrm rot="5400000" flipH="1" flipV="1">
            <a:off x="570147" y="270614"/>
            <a:ext cx="1139104" cy="1014117"/>
            <a:chOff x="0" y="0"/>
            <a:chExt cx="1681734" cy="1497234"/>
          </a:xfrm>
        </p:grpSpPr>
        <p:grpSp>
          <p:nvGrpSpPr>
            <p:cNvPr id="14" name="shape-5FAC">
              <a:extLst>
                <a:ext uri="{0D2B0DB8-F222-43D4-BA3C-0A51C0188277}">
                  <a16:creationId xmlns:a16="http://schemas.microsoft.com/office/drawing/2010/main" xmlns:vt="http://schemas.openxmlformats.org/officeDocument/2006/docPropsVTypes" xmlns:ns1="http://schemas.openxmlformats.org/officeDocument/2006/extended-properties" xmlns:cs="http://schemas.microsoft.com/office/drawing/2012/chartStyle" xmlns:c="http://schemas.openxmlformats.org/drawingml/2006/chart" xmlns="" id="{592A027C-FEEC-40CF-A128-53D27EBC5C28}"/>
                </a:ext>
              </a:extLst>
            </p:cNvPr>
            <p:cNvGrpSpPr/>
            <p:nvPr/>
          </p:nvGrpSpPr>
          <p:grpSpPr>
            <a:xfrm>
              <a:off x="9525" y="9525"/>
              <a:ext cx="1662684" cy="1478184"/>
              <a:chOff x="9525" y="9525"/>
              <a:chExt cx="1662684" cy="1478184"/>
            </a:xfrm>
          </p:grpSpPr>
          <p:sp>
            <p:nvSpPr>
              <p:cNvPr id="15" name="shape-EE30">
                <a:extLst>
                  <a:ext uri="{6133FE40-3AC1-4948-821D-F3A204E9775F}">
                    <a16:creationId xmlns:a16="http://schemas.microsoft.com/office/drawing/2010/main" xmlns:vt="http://schemas.openxmlformats.org/officeDocument/2006/docPropsVTypes" xmlns:ns1="http://schemas.openxmlformats.org/officeDocument/2006/extended-properties" xmlns:cs="http://schemas.microsoft.com/office/drawing/2012/chartStyle" xmlns:c="http://schemas.openxmlformats.org/drawingml/2006/chart" xmlns="" id="{F9EC49C7-4D0E-4074-AB8A-6F65DFB4B3D3}"/>
                  </a:ext>
                </a:extLst>
              </p:cNvPr>
              <p:cNvSpPr/>
              <p:nvPr/>
            </p:nvSpPr>
            <p:spPr>
              <a:xfrm>
                <a:off x="9525" y="9525"/>
                <a:ext cx="1662684" cy="1478184"/>
              </a:xfrm>
              <a:custGeom>
                <a:avLst/>
                <a:gdLst/>
                <a:ahLst/>
                <a:cxnLst/>
                <a:rect l="0" t="0" r="r" b="b"/>
                <a:pathLst>
                  <a:path w="1662684" h="1478185">
                    <a:moveTo>
                      <a:pt x="1662684" y="1478185"/>
                    </a:moveTo>
                    <a:lnTo>
                      <a:pt x="1662684" y="131350"/>
                    </a:lnTo>
                    <a:cubicBezTo>
                      <a:pt x="1662684" y="58769"/>
                      <a:pt x="1603915" y="0"/>
                      <a:pt x="1531334" y="0"/>
                    </a:cubicBezTo>
                    <a:lnTo>
                      <a:pt x="0" y="0"/>
                    </a:lnTo>
                  </a:path>
                </a:pathLst>
              </a:custGeom>
              <a:ln w="19050" cap="rnd">
                <a:solidFill>
                  <a:schemeClr val="tx1">
                    <a:lumMod val="50000"/>
                    <a:lumOff val="50000"/>
                  </a:schemeClr>
                </a:solidFill>
                <a:prstDash val="solid"/>
              </a:ln>
            </p:spPr>
            <p:txBody>
              <a:bodyPr rtlCol="0" anchor="ctr">
                <a:noAutofit/>
              </a:bodyPr>
              <a:lstStyle/>
              <a:p>
                <a:pPr algn="ctr"/>
                <a:endParaRPr lang="en-US" dirty="0"/>
              </a:p>
            </p:txBody>
          </p:sp>
        </p:grpSp>
      </p:grpSp>
    </p:spTree>
    <p:extLst>
      <p:ext uri="{F716C26A-1CF2-44C5-BA3B-0DCD8798D7DB}">
        <p14:creationId xmlns:p14="http://schemas.microsoft.com/office/powerpoint/2010/main" xmlns:vt="http://schemas.openxmlformats.org/officeDocument/2006/docPropsVTypes" xmlns:ns1="http://schemas.openxmlformats.org/officeDocument/2006/extended-properties" xmlns:cs="http://schemas.microsoft.com/office/drawing/2012/chartStyle" xmlns:c="http://schemas.openxmlformats.org/drawingml/2006/chart" xmlns="" val="176030419525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Rectangle 16">
            <a:extLst>
              <a:ext uri="{F6A2C959-8679-49A9-8C39-53BD04C7DC16}">
                <a16:creationId xmlns:a16="http://schemas.microsoft.com/office/drawing/2010/main" xmlns:vt="http://schemas.openxmlformats.org/officeDocument/2006/docPropsVTypes" xmlns:ns1="http://schemas.openxmlformats.org/officeDocument/2006/extended-properties" xmlns:cs="http://schemas.microsoft.com/office/drawing/2012/chartStyle" xmlns:c="http://schemas.openxmlformats.org/drawingml/2006/chart" xmlns="" id="{7495DEF4-494B-46BA-8D52-9136044C134B}"/>
              </a:ext>
            </a:extLst>
          </p:cNvPr>
          <p:cNvSpPr/>
          <p:nvPr/>
        </p:nvSpPr>
        <p:spPr>
          <a:xfrm>
            <a:off x="5801515" y="1427778"/>
            <a:ext cx="2584770" cy="3037027"/>
          </a:xfrm>
          <a:prstGeom prst="rect">
            <a:avLst/>
          </a:prstGeom>
          <a:noFill/>
          <a:ln w="6350" cap="flat">
            <a:solidFill>
              <a:schemeClr val="tx1">
                <a:alpha val="65000"/>
                <a:lumMod val="65000"/>
                <a:lumOff val="35000"/>
              </a:schemeClr>
            </a:solidFill>
            <a:prstDash val="solid"/>
            <a:miter lim="800000"/>
          </a:ln>
          <a:effectLst/>
        </p:spPr>
        <p:style>
          <a:lnRef idx="1">
            <a:schemeClr val="accent1"/>
          </a:lnRef>
          <a:fillRef idx="3">
            <a:schemeClr val="accent1"/>
          </a:fillRef>
          <a:effectRef idx="0">
            <a:schemeClr val="accent1"/>
          </a:effectRef>
          <a:fontRef idx="minor">
            <a:srgbClr val="FFFFFF"/>
          </a:fontRef>
        </p:style>
        <p:txBody>
          <a:bodyPr rtlCol="0" anchor="ctr"/>
          <a:lstStyle/>
          <a:p>
            <a:endParaRPr lang="en-US" dirty="0">
              <a:latin typeface="+mn-lt"/>
            </a:endParaRPr>
          </a:p>
        </p:txBody>
      </p:sp>
      <p:sp>
        <p:nvSpPr>
          <p:cNvPr id="3" name="Title 1">
            <a:extLst>
              <a:ext uri="{887AF899-31A7-4842-9C33-B061A129349C}">
                <a16:creationId xmlns:a16="http://schemas.microsoft.com/office/drawing/2010/main" xmlns:vt="http://schemas.openxmlformats.org/officeDocument/2006/docPropsVTypes" xmlns:ns1="http://schemas.openxmlformats.org/officeDocument/2006/extended-properties" xmlns:cs="http://schemas.microsoft.com/office/drawing/2012/chartStyle" xmlns:c="http://schemas.openxmlformats.org/drawingml/2006/chart" xmlns="" id="{0ADB25AB-1167-4084-81F1-083D70C436B7}"/>
              </a:ext>
            </a:extLst>
          </p:cNvPr>
          <p:cNvSpPr>
            <a:spLocks noGrp="1"/>
          </p:cNvSpPr>
          <p:nvPr>
            <p:ph type="title"/>
          </p:nvPr>
        </p:nvSpPr>
        <p:spPr>
          <a:xfrm>
            <a:off x="762000" y="349043"/>
            <a:ext cx="7620000" cy="857250"/>
          </a:xfrm>
        </p:spPr>
        <p:txBody>
          <a:bodyPr rtlCol="0"/>
          <a:lstStyle>
            <a:lvl1pPr lvl="0"/>
          </a:lstStyle>
          <a:p>
            <a:r>
              <a:rPr lang="en-US" dirty="0"/>
              <a:t>Click to edit Master title style</a:t>
            </a:r>
          </a:p>
        </p:txBody>
      </p:sp>
      <p:sp>
        <p:nvSpPr>
          <p:cNvPr id="4" name="Text Placeholder 3">
            <a:extLst>
              <a:ext uri="{27EFDA30-8B42-46B1-8E2C-6520221C2B78}">
                <a16:creationId xmlns:a16="http://schemas.microsoft.com/office/drawing/2010/main" xmlns:vt="http://schemas.openxmlformats.org/officeDocument/2006/docPropsVTypes" xmlns:ns1="http://schemas.openxmlformats.org/officeDocument/2006/extended-properties" xmlns:cs="http://schemas.microsoft.com/office/drawing/2012/chartStyle" xmlns:c="http://schemas.openxmlformats.org/drawingml/2006/chart" xmlns="" id="{931DE554-49AE-43D7-A393-6115A37BDB19}"/>
              </a:ext>
            </a:extLst>
          </p:cNvPr>
          <p:cNvSpPr>
            <a:spLocks noGrp="1"/>
          </p:cNvSpPr>
          <p:nvPr>
            <p:ph type="body" idx="1"/>
          </p:nvPr>
        </p:nvSpPr>
        <p:spPr>
          <a:xfrm>
            <a:off x="762000" y="1455896"/>
            <a:ext cx="4671593" cy="2984401"/>
          </a:xfrm>
        </p:spPr>
        <p:txBody>
          <a:bodyPr lIns="91440" tIns="93600" rIns="91440" bIns="45720" rtlCol="0" anchor="t">
            <a:normAutofit/>
          </a:bodyPr>
          <a:lstStyle>
            <a:lvl1pPr marL="0" lvl="0" indent="0">
              <a:buNone/>
            </a:lvl1pPr>
          </a:lstStyle>
          <a:p>
            <a:r>
              <a:rPr lang="en-US" dirty="0"/>
              <a:t>Click to edit Master text styles</a:t>
            </a:r>
          </a:p>
        </p:txBody>
      </p:sp>
      <p:sp>
        <p:nvSpPr>
          <p:cNvPr id="5" name="Picture Placeholder 2">
            <a:extLst>
              <a:ext uri="{9801A48F-B10C-44C1-9D29-B68915D1378F}">
                <a16:creationId xmlns:a16="http://schemas.microsoft.com/office/drawing/2010/main" xmlns:vt="http://schemas.openxmlformats.org/officeDocument/2006/docPropsVTypes" xmlns:ns1="http://schemas.openxmlformats.org/officeDocument/2006/extended-properties" xmlns:cs="http://schemas.microsoft.com/office/drawing/2012/chartStyle" xmlns:c="http://schemas.openxmlformats.org/drawingml/2006/chart" xmlns="" id="{09546471-803C-4108-AF52-FF978EA1ED0D}"/>
              </a:ext>
            </a:extLst>
          </p:cNvPr>
          <p:cNvSpPr>
            <a:spLocks noGrp="1"/>
          </p:cNvSpPr>
          <p:nvPr>
            <p:ph type="pic" idx="2"/>
          </p:nvPr>
        </p:nvSpPr>
        <p:spPr>
          <a:xfrm>
            <a:off x="5716342" y="1492948"/>
            <a:ext cx="2599372" cy="2925965"/>
          </a:xfrm>
          <a:solidFill>
            <a:schemeClr val="bg1">
              <a:lumMod val="95000"/>
            </a:schemeClr>
          </a:solidFill>
          <a:ln w="38100">
            <a:noFill/>
            <a:miter lim="800000"/>
          </a:ln>
        </p:spPr>
        <p:txBody>
          <a:bodyPr rtlCol="0"/>
          <a:lstStyle/>
          <a:p>
            <a:r>
              <a:rPr lang="en-US" dirty="0"/>
              <a:t>Click icon to add picture</a:t>
            </a:r>
          </a:p>
        </p:txBody>
      </p:sp>
      <p:sp>
        <p:nvSpPr>
          <p:cNvPr id="6" name="Slide Number Placeholder 4">
            <a:extLst>
              <a:ext uri="{CCCA8A97-7F5E-4BEC-8A84-7C1BBC48958A}">
                <a16:creationId xmlns:a16="http://schemas.microsoft.com/office/drawing/2010/main" xmlns:vt="http://schemas.openxmlformats.org/officeDocument/2006/docPropsVTypes" xmlns:ns1="http://schemas.openxmlformats.org/officeDocument/2006/extended-properties" xmlns:cs="http://schemas.microsoft.com/office/drawing/2012/chartStyle" xmlns:c="http://schemas.openxmlformats.org/drawingml/2006/chart" xmlns="" id="{18D6EC4C-3415-4EBE-BFEB-927ABE7BA927}"/>
              </a:ext>
            </a:extLst>
          </p:cNvPr>
          <p:cNvSpPr>
            <a:spLocks noGrp="1"/>
          </p:cNvSpPr>
          <p:nvPr>
            <p:ph type="sldNum" sz="quarter" idx="12"/>
          </p:nvPr>
        </p:nvSpPr>
        <p:spPr/>
        <p:txBody>
          <a:bodyPr rtlCol="0"/>
          <a:lstStyle/>
          <a:p>
            <a:r>
              <a:rPr lang="en-US" dirty="0"/>
              <a:t>&lt;#&gt;</a:t>
            </a:r>
          </a:p>
        </p:txBody>
      </p:sp>
      <p:sp>
        <p:nvSpPr>
          <p:cNvPr id="7" name="Footer Placeholder 3">
            <a:extLst>
              <a:ext uri="{DA2DA107-E7A6-4A2A-8B21-8AFB33DF57D0}">
                <a16:creationId xmlns:a16="http://schemas.microsoft.com/office/drawing/2010/main" xmlns:vt="http://schemas.openxmlformats.org/officeDocument/2006/docPropsVTypes" xmlns:ns1="http://schemas.openxmlformats.org/officeDocument/2006/extended-properties" xmlns:cs="http://schemas.microsoft.com/office/drawing/2012/chartStyle" xmlns:c="http://schemas.openxmlformats.org/drawingml/2006/chart" xmlns="" id="{78B0800F-13DA-49F6-922F-0C3EDEFDC470}"/>
              </a:ext>
            </a:extLst>
          </p:cNvPr>
          <p:cNvSpPr>
            <a:spLocks noGrp="1"/>
          </p:cNvSpPr>
          <p:nvPr>
            <p:ph type="ftr" sz="quarter" idx="11"/>
          </p:nvPr>
        </p:nvSpPr>
        <p:spPr/>
        <p:txBody>
          <a:bodyPr rtlCol="0"/>
          <a:lstStyle/>
          <a:p>
            <a:r>
              <a:rPr lang="en-US" dirty="0"/>
              <a:t>Footer</a:t>
            </a:r>
          </a:p>
        </p:txBody>
      </p:sp>
      <p:sp>
        <p:nvSpPr>
          <p:cNvPr id="8" name="Date Placeholder 1">
            <a:extLst>
              <a:ext uri="{68E003E9-AB84-4700-9F44-9B45543414AA}">
                <a16:creationId xmlns:a16="http://schemas.microsoft.com/office/drawing/2010/main" xmlns:vt="http://schemas.openxmlformats.org/officeDocument/2006/docPropsVTypes" xmlns:ns1="http://schemas.openxmlformats.org/officeDocument/2006/extended-properties" xmlns:cs="http://schemas.microsoft.com/office/drawing/2012/chartStyle" xmlns:c="http://schemas.openxmlformats.org/drawingml/2006/chart" xmlns="" id="{25AF428A-ED8C-4B00-9603-42B90CD02B3A}"/>
              </a:ext>
            </a:extLst>
          </p:cNvPr>
          <p:cNvSpPr>
            <a:spLocks noGrp="1"/>
          </p:cNvSpPr>
          <p:nvPr>
            <p:ph type="dt" sz="half" idx="10"/>
          </p:nvPr>
        </p:nvSpPr>
        <p:spPr/>
        <p:txBody>
          <a:bodyPr rtlCol="0"/>
          <a:lstStyle/>
          <a:p>
            <a:r>
              <a:rPr lang="en-US" dirty="0"/>
              <a:t>Date</a:t>
            </a:r>
          </a:p>
        </p:txBody>
      </p:sp>
      <p:sp>
        <p:nvSpPr>
          <p:cNvPr id="9" name="Rectangle 8">
            <a:extLst>
              <a:ext uri="{60C5E3F1-0CFC-4759-886E-C5C15E8DDE1F}">
                <a16:creationId xmlns:a16="http://schemas.microsoft.com/office/drawing/2010/main" xmlns:vt="http://schemas.openxmlformats.org/officeDocument/2006/docPropsVTypes" xmlns:ns1="http://schemas.openxmlformats.org/officeDocument/2006/extended-properties" xmlns:cs="http://schemas.microsoft.com/office/drawing/2012/chartStyle" xmlns:c="http://schemas.openxmlformats.org/drawingml/2006/chart" xmlns="" id="{905B1FAA-5269-4A67-BAEB-F7B10EDAC21B}"/>
              </a:ext>
            </a:extLst>
          </p:cNvPr>
          <p:cNvSpPr/>
          <p:nvPr/>
        </p:nvSpPr>
        <p:spPr>
          <a:xfrm>
            <a:off x="0" y="4980784"/>
            <a:ext cx="9144000" cy="160982"/>
          </a:xfrm>
          <a:prstGeom prst="rect">
            <a:avLst/>
          </a:prstGeom>
          <a:solidFill>
            <a:schemeClr val="bg2">
              <a:lumMod val="65000"/>
            </a:schemeClr>
          </a:solidFill>
          <a:effectLst/>
        </p:spPr>
        <p:style>
          <a:lnRef idx="1">
            <a:schemeClr val="accent1">
              <a:shade val="50000"/>
            </a:schemeClr>
          </a:lnRef>
          <a:fillRef idx="1">
            <a:schemeClr val="accent1"/>
          </a:fillRef>
          <a:effectRef idx="0">
            <a:schemeClr val="accent1"/>
          </a:effectRef>
          <a:fontRef idx="minor">
            <a:srgbClr val="FFFFFF"/>
          </a:fontRef>
        </p:style>
        <p:txBody>
          <a:bodyPr rtlCol="0" anchor="ctr">
            <a:noAutofit/>
          </a:bodyPr>
          <a:lstStyle/>
          <a:p>
            <a:endParaRPr lang="en-US" dirty="0"/>
          </a:p>
        </p:txBody>
      </p:sp>
      <p:grpSp>
        <p:nvGrpSpPr>
          <p:cNvPr id="10" name="Group 9">
            <a:extLst>
              <a:ext uri="{78D5909E-CBF6-4D10-BE97-D7300B9097D7}">
                <a16:creationId xmlns:a16="http://schemas.microsoft.com/office/drawing/2010/main" xmlns:vt="http://schemas.openxmlformats.org/officeDocument/2006/docPropsVTypes" xmlns:ns1="http://schemas.openxmlformats.org/officeDocument/2006/extended-properties" xmlns:cs="http://schemas.microsoft.com/office/drawing/2012/chartStyle" xmlns:c="http://schemas.openxmlformats.org/drawingml/2006/chart" xmlns="" id="{BB92A771-058C-4959-8236-3FE747579CC7}"/>
              </a:ext>
            </a:extLst>
          </p:cNvPr>
          <p:cNvGrpSpPr>
            <a:grpSpLocks noChangeAspect="1"/>
          </p:cNvGrpSpPr>
          <p:nvPr/>
        </p:nvGrpSpPr>
        <p:grpSpPr>
          <a:xfrm flipH="1">
            <a:off x="-9658" y="3909841"/>
            <a:ext cx="312639" cy="1393355"/>
            <a:chOff x="0" y="-57150"/>
            <a:chExt cx="362045" cy="1613535"/>
          </a:xfrm>
        </p:grpSpPr>
        <p:grpSp>
          <p:nvGrpSpPr>
            <p:cNvPr id="11" name="shape-5754">
              <a:extLst>
                <a:ext uri="{A04CCE05-8576-4DD3-BBC5-B63A9EAD01A7}">
                  <a16:creationId xmlns:a16="http://schemas.microsoft.com/office/drawing/2010/main" xmlns:vt="http://schemas.openxmlformats.org/officeDocument/2006/docPropsVTypes" xmlns:ns1="http://schemas.openxmlformats.org/officeDocument/2006/extended-properties" xmlns:cs="http://schemas.microsoft.com/office/drawing/2012/chartStyle" xmlns:c="http://schemas.openxmlformats.org/drawingml/2006/chart" xmlns="" id="{D3027738-13BF-4A8A-B3F6-1D3D337CB22F}"/>
                </a:ext>
              </a:extLst>
            </p:cNvPr>
            <p:cNvGrpSpPr/>
            <p:nvPr/>
          </p:nvGrpSpPr>
          <p:grpSpPr>
            <a:xfrm>
              <a:off x="0" y="-57150"/>
              <a:ext cx="362045" cy="1613535"/>
              <a:chOff x="0" y="-57150"/>
              <a:chExt cx="362045" cy="1613535"/>
            </a:xfrm>
          </p:grpSpPr>
          <p:sp>
            <p:nvSpPr>
              <p:cNvPr id="12" name="shape-7013">
                <a:extLst>
                  <a:ext uri="{0C966789-7D15-4224-B235-88871F315535}">
                    <a16:creationId xmlns:a16="http://schemas.microsoft.com/office/drawing/2010/main" xmlns:vt="http://schemas.openxmlformats.org/officeDocument/2006/docPropsVTypes" xmlns:ns1="http://schemas.openxmlformats.org/officeDocument/2006/extended-properties" xmlns:cs="http://schemas.microsoft.com/office/drawing/2012/chartStyle" xmlns:c="http://schemas.openxmlformats.org/drawingml/2006/chart" xmlns="" id="{EE0F12A7-2134-493B-ABEF-21A84572956D}"/>
                  </a:ext>
                </a:extLst>
              </p:cNvPr>
              <p:cNvSpPr/>
              <p:nvPr/>
            </p:nvSpPr>
            <p:spPr>
              <a:xfrm>
                <a:off x="192976" y="-57150"/>
                <a:ext cx="169068" cy="1532382"/>
              </a:xfrm>
              <a:custGeom>
                <a:avLst/>
                <a:gdLst/>
                <a:ahLst/>
                <a:cxnLst/>
                <a:rect l="0" t="0" r="r" b="b"/>
                <a:pathLst>
                  <a:path w="169069" h="1532382">
                    <a:moveTo>
                      <a:pt x="169069" y="1461421"/>
                    </a:moveTo>
                    <a:lnTo>
                      <a:pt x="158782" y="0"/>
                    </a:lnTo>
                    <a:lnTo>
                      <a:pt x="0" y="1532382"/>
                    </a:lnTo>
                    <a:lnTo>
                      <a:pt x="169069" y="1461421"/>
                    </a:lnTo>
                    <a:close/>
                  </a:path>
                </a:pathLst>
              </a:custGeom>
              <a:solidFill>
                <a:srgbClr val="6B5E62"/>
              </a:solidFill>
            </p:spPr>
            <p:txBody>
              <a:bodyPr rtlCol="0" anchor="ctr">
                <a:noAutofit/>
              </a:bodyPr>
              <a:lstStyle/>
              <a:p>
                <a:pPr algn="ctr"/>
                <a:endParaRPr lang="en-US" dirty="0"/>
              </a:p>
            </p:txBody>
          </p:sp>
          <p:sp>
            <p:nvSpPr>
              <p:cNvPr id="13" name="shape-30D5">
                <a:extLst>
                  <a:ext uri="{C899914B-B286-438F-9250-197CD4D14948}">
                    <a16:creationId xmlns:a16="http://schemas.microsoft.com/office/drawing/2010/main" xmlns:vt="http://schemas.openxmlformats.org/officeDocument/2006/docPropsVTypes" xmlns:ns1="http://schemas.openxmlformats.org/officeDocument/2006/extended-properties" xmlns:cs="http://schemas.microsoft.com/office/drawing/2012/chartStyle" xmlns:c="http://schemas.openxmlformats.org/drawingml/2006/chart" xmlns="" id="{D07E49F0-A137-4681-A57A-DC1888C6FA9A}"/>
                  </a:ext>
                </a:extLst>
              </p:cNvPr>
              <p:cNvSpPr/>
              <p:nvPr/>
            </p:nvSpPr>
            <p:spPr>
              <a:xfrm>
                <a:off x="0" y="-57150"/>
                <a:ext cx="351758" cy="1613535"/>
              </a:xfrm>
              <a:custGeom>
                <a:avLst/>
                <a:gdLst/>
                <a:ahLst/>
                <a:cxnLst/>
                <a:rect l="0" t="0" r="r" b="b"/>
                <a:pathLst>
                  <a:path w="351758" h="1613535">
                    <a:moveTo>
                      <a:pt x="0" y="1613535"/>
                    </a:moveTo>
                    <a:lnTo>
                      <a:pt x="351758" y="0"/>
                    </a:lnTo>
                    <a:lnTo>
                      <a:pt x="192977" y="1532382"/>
                    </a:lnTo>
                    <a:lnTo>
                      <a:pt x="0" y="1613535"/>
                    </a:lnTo>
                    <a:close/>
                  </a:path>
                </a:pathLst>
              </a:custGeom>
              <a:solidFill>
                <a:srgbClr val="4D4346"/>
              </a:solidFill>
            </p:spPr>
            <p:txBody>
              <a:bodyPr rtlCol="0" anchor="ctr">
                <a:noAutofit/>
              </a:bodyPr>
              <a:lstStyle/>
              <a:p>
                <a:pPr algn="ctr"/>
                <a:endParaRPr lang="en-US" dirty="0"/>
              </a:p>
            </p:txBody>
          </p:sp>
        </p:grpSp>
      </p:grpSp>
    </p:spTree>
    <p:extLst>
      <p:ext uri="{7665BA96-FA40-4422-93CD-8651089F71D3}">
        <p14:creationId xmlns:p14="http://schemas.microsoft.com/office/powerpoint/2010/main" xmlns:vt="http://schemas.openxmlformats.org/officeDocument/2006/docPropsVTypes" xmlns:ns1="http://schemas.openxmlformats.org/officeDocument/2006/extended-properties" xmlns:cs="http://schemas.microsoft.com/office/drawing/2012/chartStyle" xmlns:c="http://schemas.openxmlformats.org/drawingml/2006/chart" xmlns="" val="176030419525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itle,Text, and Images">
    <p:spTree>
      <p:nvGrpSpPr>
        <p:cNvPr id="1" name=""/>
        <p:cNvGrpSpPr/>
        <p:nvPr/>
      </p:nvGrpSpPr>
      <p:grpSpPr>
        <a:xfrm>
          <a:off x="0" y="0"/>
          <a:ext cx="0" cy="0"/>
          <a:chOff x="0" y="0"/>
          <a:chExt cx="0" cy="0"/>
        </a:xfrm>
      </p:grpSpPr>
      <p:sp>
        <p:nvSpPr>
          <p:cNvPr id="2" name="Rectangle 19">
            <a:extLst>
              <a:ext uri="{A14A397E-F77A-478D-966B-5F38CC04863B}">
                <a16:creationId xmlns:a16="http://schemas.microsoft.com/office/drawing/2010/main" xmlns:vt="http://schemas.openxmlformats.org/officeDocument/2006/docPropsVTypes" xmlns:ns1="http://schemas.openxmlformats.org/officeDocument/2006/extended-properties" xmlns:cs="http://schemas.microsoft.com/office/drawing/2012/chartStyle" xmlns:c="http://schemas.openxmlformats.org/drawingml/2006/chart" xmlns="" id="{CE847775-3B83-424E-B594-FA7031B84F5C}"/>
              </a:ext>
            </a:extLst>
          </p:cNvPr>
          <p:cNvSpPr/>
          <p:nvPr/>
        </p:nvSpPr>
        <p:spPr>
          <a:xfrm>
            <a:off x="986047" y="1341434"/>
            <a:ext cx="1850526" cy="2266950"/>
          </a:xfrm>
          <a:prstGeom prst="rect">
            <a:avLst/>
          </a:prstGeom>
          <a:noFill/>
          <a:ln w="6350" cap="flat">
            <a:solidFill>
              <a:schemeClr val="tx1">
                <a:alpha val="48000"/>
                <a:lumMod val="65000"/>
                <a:lumOff val="35000"/>
              </a:schemeClr>
            </a:solidFill>
            <a:prstDash val="solid"/>
            <a:miter lim="800000"/>
          </a:ln>
          <a:effectLst/>
        </p:spPr>
        <p:style>
          <a:lnRef idx="1">
            <a:schemeClr val="accent1"/>
          </a:lnRef>
          <a:fillRef idx="3">
            <a:schemeClr val="accent1"/>
          </a:fillRef>
          <a:effectRef idx="0">
            <a:schemeClr val="accent1"/>
          </a:effectRef>
          <a:fontRef idx="minor">
            <a:srgbClr val="FFFFFF"/>
          </a:fontRef>
        </p:style>
        <p:txBody>
          <a:bodyPr rtlCol="0" anchor="ctr"/>
          <a:lstStyle/>
          <a:p>
            <a:endParaRPr lang="en-US" dirty="0">
              <a:latin typeface="+mn-lt"/>
            </a:endParaRPr>
          </a:p>
        </p:txBody>
      </p:sp>
      <p:sp>
        <p:nvSpPr>
          <p:cNvPr id="3" name="Rectangle 20">
            <a:extLst>
              <a:ext uri="{25749C42-830A-4692-8504-F337466FDC8D}">
                <a16:creationId xmlns:a16="http://schemas.microsoft.com/office/drawing/2010/main" xmlns:vt="http://schemas.openxmlformats.org/officeDocument/2006/docPropsVTypes" xmlns:ns1="http://schemas.openxmlformats.org/officeDocument/2006/extended-properties" xmlns:cs="http://schemas.microsoft.com/office/drawing/2012/chartStyle" xmlns:c="http://schemas.openxmlformats.org/drawingml/2006/chart" xmlns="" id="{0BCA7831-F5CE-41F6-A853-CBAF1D82FAC1}"/>
              </a:ext>
            </a:extLst>
          </p:cNvPr>
          <p:cNvSpPr/>
          <p:nvPr/>
        </p:nvSpPr>
        <p:spPr>
          <a:xfrm>
            <a:off x="3600573" y="1174442"/>
            <a:ext cx="1694049" cy="2435533"/>
          </a:xfrm>
          <a:prstGeom prst="rect">
            <a:avLst/>
          </a:prstGeom>
          <a:noFill/>
          <a:ln w="6350" cap="flat">
            <a:solidFill>
              <a:schemeClr val="tx1">
                <a:alpha val="48000"/>
                <a:lumMod val="65000"/>
                <a:lumOff val="35000"/>
              </a:schemeClr>
            </a:solidFill>
            <a:prstDash val="solid"/>
            <a:miter lim="800000"/>
          </a:ln>
          <a:effectLst/>
        </p:spPr>
        <p:style>
          <a:lnRef idx="1">
            <a:schemeClr val="accent1"/>
          </a:lnRef>
          <a:fillRef idx="3">
            <a:schemeClr val="accent1"/>
          </a:fillRef>
          <a:effectRef idx="0">
            <a:schemeClr val="accent1"/>
          </a:effectRef>
          <a:fontRef idx="minor">
            <a:srgbClr val="FFFFFF"/>
          </a:fontRef>
        </p:style>
        <p:txBody>
          <a:bodyPr rtlCol="0" anchor="ctr"/>
          <a:lstStyle/>
          <a:p>
            <a:endParaRPr lang="en-US" dirty="0">
              <a:latin typeface="+mn-lt"/>
            </a:endParaRPr>
          </a:p>
        </p:txBody>
      </p:sp>
      <p:sp>
        <p:nvSpPr>
          <p:cNvPr id="4" name="Rectangle 22">
            <a:extLst>
              <a:ext uri="{FFBB78BF-082B-402A-AEF3-3229AA696B5E}">
                <a16:creationId xmlns:a16="http://schemas.microsoft.com/office/drawing/2010/main" xmlns:vt="http://schemas.openxmlformats.org/officeDocument/2006/docPropsVTypes" xmlns:ns1="http://schemas.openxmlformats.org/officeDocument/2006/extended-properties" xmlns:cs="http://schemas.microsoft.com/office/drawing/2012/chartStyle" xmlns:c="http://schemas.openxmlformats.org/drawingml/2006/chart" xmlns="" id="{1DD2F5CB-EDA8-4379-B240-6D9FC96F1839}"/>
              </a:ext>
            </a:extLst>
          </p:cNvPr>
          <p:cNvSpPr/>
          <p:nvPr/>
        </p:nvSpPr>
        <p:spPr>
          <a:xfrm>
            <a:off x="6330953" y="1181100"/>
            <a:ext cx="1714138" cy="2283133"/>
          </a:xfrm>
          <a:custGeom>
            <a:avLst/>
            <a:gdLst/>
            <a:ahLst/>
            <a:cxnLst/>
            <a:rect l="0" t="0" r="r" b="b"/>
            <a:pathLst>
              <a:path w="1882776" h="2192337">
                <a:moveTo>
                  <a:pt x="9525" y="0"/>
                </a:moveTo>
                <a:lnTo>
                  <a:pt x="1882777" y="0"/>
                </a:lnTo>
                <a:lnTo>
                  <a:pt x="1882777" y="2192337"/>
                </a:lnTo>
                <a:lnTo>
                  <a:pt x="9525" y="2192337"/>
                </a:lnTo>
                <a:close/>
              </a:path>
            </a:pathLst>
          </a:custGeom>
          <a:noFill/>
          <a:ln w="6350" cap="flat">
            <a:solidFill>
              <a:schemeClr val="tx1">
                <a:alpha val="48000"/>
                <a:lumMod val="65000"/>
                <a:lumOff val="35000"/>
              </a:schemeClr>
            </a:solidFill>
            <a:prstDash val="solid"/>
            <a:miter lim="800000"/>
          </a:ln>
          <a:effectLst/>
        </p:spPr>
        <p:style>
          <a:lnRef idx="1">
            <a:schemeClr val="accent1"/>
          </a:lnRef>
          <a:fillRef idx="3">
            <a:schemeClr val="accent1"/>
          </a:fillRef>
          <a:effectRef idx="0">
            <a:schemeClr val="accent1"/>
          </a:effectRef>
          <a:fontRef idx="minor">
            <a:srgbClr val="FFFFFF"/>
          </a:fontRef>
        </p:style>
        <p:txBody>
          <a:bodyPr rtlCol="0" anchor="ctr"/>
          <a:lstStyle/>
          <a:p>
            <a:endParaRPr lang="en-US" dirty="0">
              <a:latin typeface="+mn-lt"/>
            </a:endParaRPr>
          </a:p>
        </p:txBody>
      </p:sp>
      <p:sp>
        <p:nvSpPr>
          <p:cNvPr id="5" name="Title 1">
            <a:extLst>
              <a:ext uri="{F7062F73-0C9A-4999-BD04-7082AFB53946}">
                <a16:creationId xmlns:a16="http://schemas.microsoft.com/office/drawing/2010/main" xmlns:vt="http://schemas.openxmlformats.org/officeDocument/2006/docPropsVTypes" xmlns:ns1="http://schemas.openxmlformats.org/officeDocument/2006/extended-properties" xmlns:cs="http://schemas.microsoft.com/office/drawing/2012/chartStyle" xmlns:c="http://schemas.openxmlformats.org/drawingml/2006/chart" xmlns="" id="{8C2F6192-7205-4446-A18B-6CB3C3DA7C6E}"/>
              </a:ext>
            </a:extLst>
          </p:cNvPr>
          <p:cNvSpPr>
            <a:spLocks noGrp="1"/>
          </p:cNvSpPr>
          <p:nvPr>
            <p:ph type="title"/>
          </p:nvPr>
        </p:nvSpPr>
        <p:spPr>
          <a:xfrm>
            <a:off x="762000" y="349043"/>
            <a:ext cx="7620000" cy="762000"/>
          </a:xfrm>
        </p:spPr>
        <p:txBody>
          <a:bodyPr rtlCol="0"/>
          <a:lstStyle>
            <a:lvl1pPr lvl="0"/>
          </a:lstStyle>
          <a:p>
            <a:r>
              <a:rPr lang="en-US" dirty="0"/>
              <a:t>Click to edit Master title style</a:t>
            </a:r>
          </a:p>
        </p:txBody>
      </p:sp>
      <p:sp>
        <p:nvSpPr>
          <p:cNvPr id="6" name="Picture Placeholder 2">
            <a:extLst>
              <a:ext uri="{7C9E7260-AFEB-4C3F-AAC1-D69E40FA85C9}">
                <a16:creationId xmlns:a16="http://schemas.microsoft.com/office/drawing/2010/main" xmlns:vt="http://schemas.openxmlformats.org/officeDocument/2006/docPropsVTypes" xmlns:ns1="http://schemas.openxmlformats.org/officeDocument/2006/extended-properties" xmlns:cs="http://schemas.microsoft.com/office/drawing/2012/chartStyle" xmlns:c="http://schemas.openxmlformats.org/drawingml/2006/chart" xmlns="" id="{79A44EFA-5113-4520-9A7B-A8E111D270E4}"/>
              </a:ext>
            </a:extLst>
          </p:cNvPr>
          <p:cNvSpPr>
            <a:spLocks noGrp="1"/>
          </p:cNvSpPr>
          <p:nvPr>
            <p:ph type="pic" idx="1"/>
          </p:nvPr>
        </p:nvSpPr>
        <p:spPr>
          <a:xfrm>
            <a:off x="1063628" y="1265234"/>
            <a:ext cx="1939918" cy="2284409"/>
          </a:xfrm>
          <a:solidFill>
            <a:schemeClr val="bg1">
              <a:lumMod val="95000"/>
            </a:schemeClr>
          </a:solidFill>
          <a:ln w="38100">
            <a:noFill/>
            <a:miter lim="800000"/>
          </a:ln>
        </p:spPr>
        <p:txBody>
          <a:bodyPr rtlCol="0"/>
          <a:lstStyle/>
          <a:p>
            <a:r>
              <a:rPr lang="en-US" dirty="0"/>
              <a:t>Click icon to add picture</a:t>
            </a:r>
          </a:p>
        </p:txBody>
      </p:sp>
      <p:sp>
        <p:nvSpPr>
          <p:cNvPr id="7" name="Content Placeholder 2">
            <a:extLst>
              <a:ext uri="{93175C45-C57B-432F-A6F2-6D6CB9D7CC7B}">
                <a16:creationId xmlns:a16="http://schemas.microsoft.com/office/drawing/2010/main" xmlns:vt="http://schemas.openxmlformats.org/officeDocument/2006/docPropsVTypes" xmlns:ns1="http://schemas.openxmlformats.org/officeDocument/2006/extended-properties" xmlns:cs="http://schemas.microsoft.com/office/drawing/2012/chartStyle" xmlns:c="http://schemas.openxmlformats.org/drawingml/2006/chart" xmlns="" id="{84122184-2670-4DA4-BD9C-9F40B869C83C}"/>
              </a:ext>
            </a:extLst>
          </p:cNvPr>
          <p:cNvSpPr>
            <a:spLocks noGrp="1"/>
          </p:cNvSpPr>
          <p:nvPr>
            <p:ph type="body" idx="2"/>
          </p:nvPr>
        </p:nvSpPr>
        <p:spPr>
          <a:xfrm>
            <a:off x="1063628" y="3667125"/>
            <a:ext cx="1919563" cy="523875"/>
          </a:xfrm>
          <a:prstGeom prst="rect">
            <a:avLst/>
          </a:prstGeom>
        </p:spPr>
        <p:txBody>
          <a:bodyPr rtlCol="0" anchor="t">
            <a:normAutofit/>
          </a:bodyPr>
          <a:lstStyle>
            <a:lvl1pPr marL="0" lvl="0" indent="0" algn="ctr">
              <a:buNone/>
              <a:defRPr lang="en-US" sz="1400" dirty="0"/>
            </a:lvl1pPr>
            <a:lvl2pPr lvl="1"/>
            <a:lvl3pPr lvl="2"/>
            <a:lvl4pPr lvl="3"/>
            <a:lvl5pPr lvl="4"/>
          </a:lstStyle>
          <a:p>
            <a:pPr lvl="0"/>
            <a:r>
              <a:rPr lang="en-US" dirty="0"/>
              <a:t>Click to edit Master text styles</a:t>
            </a:r>
          </a:p>
        </p:txBody>
      </p:sp>
      <p:sp>
        <p:nvSpPr>
          <p:cNvPr id="8" name="Picture Placeholder 2">
            <a:extLst>
              <a:ext uri="{9B238BE1-B91C-473B-BCD7-F65F666ABED2}">
                <a16:creationId xmlns:a16="http://schemas.microsoft.com/office/drawing/2010/main" xmlns:vt="http://schemas.openxmlformats.org/officeDocument/2006/docPropsVTypes" xmlns:ns1="http://schemas.openxmlformats.org/officeDocument/2006/extended-properties" xmlns:cs="http://schemas.microsoft.com/office/drawing/2012/chartStyle" xmlns:c="http://schemas.openxmlformats.org/drawingml/2006/chart" xmlns="" id="{FF202418-1CF4-4C8E-9D68-03CBFB254B4F}"/>
              </a:ext>
            </a:extLst>
          </p:cNvPr>
          <p:cNvSpPr>
            <a:spLocks noGrp="1"/>
          </p:cNvSpPr>
          <p:nvPr>
            <p:ph type="pic" idx="3"/>
          </p:nvPr>
        </p:nvSpPr>
        <p:spPr>
          <a:xfrm>
            <a:off x="3695700" y="1266825"/>
            <a:ext cx="1943100" cy="2284418"/>
          </a:xfrm>
          <a:solidFill>
            <a:schemeClr val="bg1">
              <a:lumMod val="95000"/>
            </a:schemeClr>
          </a:solidFill>
          <a:ln w="38100">
            <a:noFill/>
            <a:miter lim="800000"/>
          </a:ln>
        </p:spPr>
        <p:txBody>
          <a:bodyPr rtlCol="0"/>
          <a:lstStyle/>
          <a:p>
            <a:r>
              <a:rPr lang="en-US" dirty="0"/>
              <a:t>Click icon to add picture</a:t>
            </a:r>
          </a:p>
        </p:txBody>
      </p:sp>
      <p:sp>
        <p:nvSpPr>
          <p:cNvPr id="9" name="Content Placeholder 2">
            <a:extLst>
              <a:ext uri="{845C5B05-8929-4A53-B130-BDA9C4871B45}">
                <a16:creationId xmlns:a16="http://schemas.microsoft.com/office/drawing/2010/main" xmlns:vt="http://schemas.openxmlformats.org/officeDocument/2006/docPropsVTypes" xmlns:ns1="http://schemas.openxmlformats.org/officeDocument/2006/extended-properties" xmlns:cs="http://schemas.microsoft.com/office/drawing/2012/chartStyle" xmlns:c="http://schemas.openxmlformats.org/drawingml/2006/chart" xmlns="" id="{73F8BA71-7787-4118-9BA6-E99A00D6B0CF}"/>
              </a:ext>
            </a:extLst>
          </p:cNvPr>
          <p:cNvSpPr>
            <a:spLocks noGrp="1"/>
          </p:cNvSpPr>
          <p:nvPr>
            <p:ph type="body" idx="4"/>
          </p:nvPr>
        </p:nvSpPr>
        <p:spPr>
          <a:xfrm>
            <a:off x="3743839" y="3667125"/>
            <a:ext cx="1894960" cy="523875"/>
          </a:xfrm>
          <a:prstGeom prst="rect">
            <a:avLst/>
          </a:prstGeom>
        </p:spPr>
        <p:txBody>
          <a:bodyPr rtlCol="0" anchor="t">
            <a:normAutofit/>
          </a:bodyPr>
          <a:lstStyle>
            <a:lvl1pPr marL="0" lvl="0" indent="0" algn="ctr">
              <a:buNone/>
              <a:defRPr lang="en-US" sz="1400" dirty="0"/>
            </a:lvl1pPr>
            <a:lvl2pPr lvl="1"/>
            <a:lvl3pPr lvl="2"/>
            <a:lvl4pPr lvl="3"/>
            <a:lvl5pPr lvl="4"/>
          </a:lstStyle>
          <a:p>
            <a:pPr lvl="0"/>
            <a:r>
              <a:rPr lang="en-US" dirty="0"/>
              <a:t>Click to edit Master text styles</a:t>
            </a:r>
          </a:p>
        </p:txBody>
      </p:sp>
      <p:sp>
        <p:nvSpPr>
          <p:cNvPr id="10" name="Picture Placeholder 2">
            <a:extLst>
              <a:ext uri="{5C816B71-1EB2-4AD1-BDAD-6F01B206DB39}">
                <a16:creationId xmlns:a16="http://schemas.microsoft.com/office/drawing/2010/main" xmlns:vt="http://schemas.openxmlformats.org/officeDocument/2006/docPropsVTypes" xmlns:ns1="http://schemas.openxmlformats.org/officeDocument/2006/extended-properties" xmlns:cs="http://schemas.microsoft.com/office/drawing/2012/chartStyle" xmlns:c="http://schemas.openxmlformats.org/drawingml/2006/chart" xmlns="" id="{84DBD571-47C6-4512-BD05-623E98D8C8AC}"/>
              </a:ext>
            </a:extLst>
          </p:cNvPr>
          <p:cNvSpPr>
            <a:spLocks noGrp="1"/>
          </p:cNvSpPr>
          <p:nvPr>
            <p:ph type="pic" idx="5"/>
          </p:nvPr>
        </p:nvSpPr>
        <p:spPr>
          <a:xfrm>
            <a:off x="6022952" y="1266825"/>
            <a:ext cx="1943100" cy="2284418"/>
          </a:xfrm>
          <a:solidFill>
            <a:schemeClr val="bg1">
              <a:lumMod val="95000"/>
            </a:schemeClr>
          </a:solidFill>
          <a:ln w="38100">
            <a:noFill/>
            <a:miter lim="800000"/>
          </a:ln>
        </p:spPr>
        <p:txBody>
          <a:bodyPr rtlCol="0"/>
          <a:lstStyle/>
          <a:p>
            <a:r>
              <a:rPr lang="en-US" dirty="0"/>
              <a:t>Click icon to add picture</a:t>
            </a:r>
          </a:p>
        </p:txBody>
      </p:sp>
      <p:sp>
        <p:nvSpPr>
          <p:cNvPr id="11" name="Content Placeholder 2">
            <a:extLst>
              <a:ext uri="{BBCF853F-FE48-42F8-B846-D9801BB94A80}">
                <a16:creationId xmlns:a16="http://schemas.microsoft.com/office/drawing/2010/main" xmlns:vt="http://schemas.openxmlformats.org/officeDocument/2006/docPropsVTypes" xmlns:ns1="http://schemas.openxmlformats.org/officeDocument/2006/extended-properties" xmlns:cs="http://schemas.microsoft.com/office/drawing/2012/chartStyle" xmlns:c="http://schemas.openxmlformats.org/drawingml/2006/chart" xmlns="" id="{CE8A0377-0ED0-4434-AD98-D21167284863}"/>
              </a:ext>
            </a:extLst>
          </p:cNvPr>
          <p:cNvSpPr>
            <a:spLocks noGrp="1"/>
          </p:cNvSpPr>
          <p:nvPr>
            <p:ph type="body" idx="6"/>
          </p:nvPr>
        </p:nvSpPr>
        <p:spPr>
          <a:xfrm>
            <a:off x="6022952" y="3667125"/>
            <a:ext cx="1922345" cy="523875"/>
          </a:xfrm>
          <a:prstGeom prst="rect">
            <a:avLst/>
          </a:prstGeom>
        </p:spPr>
        <p:txBody>
          <a:bodyPr rtlCol="0" anchor="t">
            <a:normAutofit/>
          </a:bodyPr>
          <a:lstStyle>
            <a:lvl1pPr marL="0" lvl="0" indent="0" algn="ctr">
              <a:buNone/>
              <a:defRPr lang="en-US" sz="1400" dirty="0"/>
            </a:lvl1pPr>
            <a:lvl2pPr lvl="1"/>
            <a:lvl3pPr lvl="2"/>
            <a:lvl4pPr lvl="3"/>
            <a:lvl5pPr lvl="4"/>
          </a:lstStyle>
          <a:p>
            <a:pPr lvl="0"/>
            <a:r>
              <a:rPr lang="en-US" dirty="0"/>
              <a:t>Click to edit Master text styles</a:t>
            </a:r>
          </a:p>
        </p:txBody>
      </p:sp>
      <p:sp>
        <p:nvSpPr>
          <p:cNvPr id="12" name="Slide Number Placeholder 4">
            <a:extLst>
              <a:ext uri="{54A6E06C-6581-4913-AD19-4FBDA8DE7E05}">
                <a16:creationId xmlns:a16="http://schemas.microsoft.com/office/drawing/2010/main" xmlns:vt="http://schemas.openxmlformats.org/officeDocument/2006/docPropsVTypes" xmlns:ns1="http://schemas.openxmlformats.org/officeDocument/2006/extended-properties" xmlns:cs="http://schemas.microsoft.com/office/drawing/2012/chartStyle" xmlns:c="http://schemas.openxmlformats.org/drawingml/2006/chart" xmlns="" id="{D16E57F5-6087-4004-878A-D44B0B1769DC}"/>
              </a:ext>
            </a:extLst>
          </p:cNvPr>
          <p:cNvSpPr>
            <a:spLocks noGrp="1"/>
          </p:cNvSpPr>
          <p:nvPr>
            <p:ph type="sldNum" sz="quarter" idx="12"/>
          </p:nvPr>
        </p:nvSpPr>
        <p:spPr/>
        <p:txBody>
          <a:bodyPr rtlCol="0"/>
          <a:lstStyle/>
          <a:p>
            <a:r>
              <a:rPr lang="en-US" dirty="0"/>
              <a:t>&lt;#&gt;</a:t>
            </a:r>
          </a:p>
        </p:txBody>
      </p:sp>
      <p:sp>
        <p:nvSpPr>
          <p:cNvPr id="13" name="Footer Placeholder 3">
            <a:extLst>
              <a:ext uri="{7AFD12B3-E796-4D99-8B9C-38A9E34E4977}">
                <a16:creationId xmlns:a16="http://schemas.microsoft.com/office/drawing/2010/main" xmlns:vt="http://schemas.openxmlformats.org/officeDocument/2006/docPropsVTypes" xmlns:ns1="http://schemas.openxmlformats.org/officeDocument/2006/extended-properties" xmlns:cs="http://schemas.microsoft.com/office/drawing/2012/chartStyle" xmlns:c="http://schemas.openxmlformats.org/drawingml/2006/chart" xmlns="" id="{58AD8433-826C-41A0-9D38-E9BD8520237B}"/>
              </a:ext>
            </a:extLst>
          </p:cNvPr>
          <p:cNvSpPr>
            <a:spLocks noGrp="1"/>
          </p:cNvSpPr>
          <p:nvPr>
            <p:ph type="ftr" sz="quarter" idx="11"/>
          </p:nvPr>
        </p:nvSpPr>
        <p:spPr/>
        <p:txBody>
          <a:bodyPr rtlCol="0"/>
          <a:lstStyle/>
          <a:p>
            <a:r>
              <a:rPr lang="en-US" dirty="0"/>
              <a:t>Footer</a:t>
            </a:r>
          </a:p>
        </p:txBody>
      </p:sp>
      <p:sp>
        <p:nvSpPr>
          <p:cNvPr id="14" name="Date Placeholder 1">
            <a:extLst>
              <a:ext uri="{8D9FA645-CAC8-41E3-92CC-4C52209A62AA}">
                <a16:creationId xmlns:a16="http://schemas.microsoft.com/office/drawing/2010/main" xmlns:vt="http://schemas.openxmlformats.org/officeDocument/2006/docPropsVTypes" xmlns:ns1="http://schemas.openxmlformats.org/officeDocument/2006/extended-properties" xmlns:cs="http://schemas.microsoft.com/office/drawing/2012/chartStyle" xmlns:c="http://schemas.openxmlformats.org/drawingml/2006/chart" xmlns="" id="{11F39F4C-FB1D-414F-B3FB-266AE9297271}"/>
              </a:ext>
            </a:extLst>
          </p:cNvPr>
          <p:cNvSpPr>
            <a:spLocks noGrp="1"/>
          </p:cNvSpPr>
          <p:nvPr>
            <p:ph type="dt" sz="half" idx="10"/>
          </p:nvPr>
        </p:nvSpPr>
        <p:spPr/>
        <p:txBody>
          <a:bodyPr rtlCol="0"/>
          <a:lstStyle/>
          <a:p>
            <a:r>
              <a:rPr lang="en-US" dirty="0"/>
              <a:t>Date</a:t>
            </a:r>
          </a:p>
        </p:txBody>
      </p:sp>
      <p:sp>
        <p:nvSpPr>
          <p:cNvPr id="15" name="Rectangle 14">
            <a:extLst>
              <a:ext uri="{569EF1D0-78EA-47ED-A101-567F7AF9A1F3}">
                <a16:creationId xmlns:a16="http://schemas.microsoft.com/office/drawing/2010/main" xmlns:vt="http://schemas.openxmlformats.org/officeDocument/2006/docPropsVTypes" xmlns:ns1="http://schemas.openxmlformats.org/officeDocument/2006/extended-properties" xmlns:cs="http://schemas.microsoft.com/office/drawing/2012/chartStyle" xmlns:c="http://schemas.openxmlformats.org/drawingml/2006/chart" xmlns="" id="{27782A1F-7CB2-4E78-BE67-337B9FA5C44D}"/>
              </a:ext>
            </a:extLst>
          </p:cNvPr>
          <p:cNvSpPr/>
          <p:nvPr/>
        </p:nvSpPr>
        <p:spPr>
          <a:xfrm>
            <a:off x="0" y="4980784"/>
            <a:ext cx="9144000" cy="160982"/>
          </a:xfrm>
          <a:prstGeom prst="rect">
            <a:avLst/>
          </a:prstGeom>
          <a:solidFill>
            <a:schemeClr val="bg2">
              <a:lumMod val="65000"/>
            </a:schemeClr>
          </a:solidFill>
          <a:effectLst/>
        </p:spPr>
        <p:style>
          <a:lnRef idx="1">
            <a:schemeClr val="accent1">
              <a:shade val="50000"/>
            </a:schemeClr>
          </a:lnRef>
          <a:fillRef idx="1">
            <a:schemeClr val="accent1"/>
          </a:fillRef>
          <a:effectRef idx="0">
            <a:schemeClr val="accent1"/>
          </a:effectRef>
          <a:fontRef idx="minor">
            <a:srgbClr val="FFFFFF"/>
          </a:fontRef>
        </p:style>
        <p:txBody>
          <a:bodyPr rtlCol="0" anchor="ctr">
            <a:noAutofit/>
          </a:bodyPr>
          <a:lstStyle/>
          <a:p>
            <a:endParaRPr lang="en-US" dirty="0"/>
          </a:p>
        </p:txBody>
      </p:sp>
      <p:grpSp>
        <p:nvGrpSpPr>
          <p:cNvPr id="16" name="Group 15">
            <a:extLst>
              <a:ext uri="{02B88016-C512-4F17-A5C1-C1BF52281D1C}">
                <a16:creationId xmlns:a16="http://schemas.microsoft.com/office/drawing/2010/main" xmlns:vt="http://schemas.openxmlformats.org/officeDocument/2006/docPropsVTypes" xmlns:ns1="http://schemas.openxmlformats.org/officeDocument/2006/extended-properties" xmlns:cs="http://schemas.microsoft.com/office/drawing/2012/chartStyle" xmlns:c="http://schemas.openxmlformats.org/drawingml/2006/chart" xmlns="" id="{AC145B64-D566-4C4B-ACB6-01F398A0D71E}"/>
              </a:ext>
            </a:extLst>
          </p:cNvPr>
          <p:cNvGrpSpPr>
            <a:grpSpLocks noChangeAspect="1"/>
          </p:cNvGrpSpPr>
          <p:nvPr/>
        </p:nvGrpSpPr>
        <p:grpSpPr>
          <a:xfrm flipH="1">
            <a:off x="-9658" y="3909841"/>
            <a:ext cx="312639" cy="1393355"/>
            <a:chOff x="0" y="-57150"/>
            <a:chExt cx="362045" cy="1613535"/>
          </a:xfrm>
        </p:grpSpPr>
        <p:grpSp>
          <p:nvGrpSpPr>
            <p:cNvPr id="17" name="shape-5754">
              <a:extLst>
                <a:ext uri="{77E44D01-5A75-4427-8D3D-A6ADC63328EE}">
                  <a16:creationId xmlns:a16="http://schemas.microsoft.com/office/drawing/2010/main" xmlns:vt="http://schemas.openxmlformats.org/officeDocument/2006/docPropsVTypes" xmlns:ns1="http://schemas.openxmlformats.org/officeDocument/2006/extended-properties" xmlns:cs="http://schemas.microsoft.com/office/drawing/2012/chartStyle" xmlns:c="http://schemas.openxmlformats.org/drawingml/2006/chart" xmlns="" id="{A7CDFEB0-E363-472F-A4CA-604E7C9CD655}"/>
                </a:ext>
              </a:extLst>
            </p:cNvPr>
            <p:cNvGrpSpPr/>
            <p:nvPr/>
          </p:nvGrpSpPr>
          <p:grpSpPr>
            <a:xfrm>
              <a:off x="0" y="-57150"/>
              <a:ext cx="362045" cy="1613535"/>
              <a:chOff x="0" y="-57150"/>
              <a:chExt cx="362045" cy="1613535"/>
            </a:xfrm>
          </p:grpSpPr>
          <p:sp>
            <p:nvSpPr>
              <p:cNvPr id="18" name="shape-7013">
                <a:extLst>
                  <a:ext uri="{BF556B45-16A8-4BC4-8CAA-3EB7A4100071}">
                    <a16:creationId xmlns:a16="http://schemas.microsoft.com/office/drawing/2010/main" xmlns:vt="http://schemas.openxmlformats.org/officeDocument/2006/docPropsVTypes" xmlns:ns1="http://schemas.openxmlformats.org/officeDocument/2006/extended-properties" xmlns:cs="http://schemas.microsoft.com/office/drawing/2012/chartStyle" xmlns:c="http://schemas.openxmlformats.org/drawingml/2006/chart" xmlns="" id="{7674A966-5918-43F7-A209-F396D79E4528}"/>
                  </a:ext>
                </a:extLst>
              </p:cNvPr>
              <p:cNvSpPr/>
              <p:nvPr/>
            </p:nvSpPr>
            <p:spPr>
              <a:xfrm>
                <a:off x="192976" y="-57150"/>
                <a:ext cx="169068" cy="1532382"/>
              </a:xfrm>
              <a:custGeom>
                <a:avLst/>
                <a:gdLst/>
                <a:ahLst/>
                <a:cxnLst/>
                <a:rect l="0" t="0" r="r" b="b"/>
                <a:pathLst>
                  <a:path w="169069" h="1532382">
                    <a:moveTo>
                      <a:pt x="169069" y="1461421"/>
                    </a:moveTo>
                    <a:lnTo>
                      <a:pt x="158782" y="0"/>
                    </a:lnTo>
                    <a:lnTo>
                      <a:pt x="0" y="1532382"/>
                    </a:lnTo>
                    <a:lnTo>
                      <a:pt x="169069" y="1461421"/>
                    </a:lnTo>
                    <a:close/>
                  </a:path>
                </a:pathLst>
              </a:custGeom>
              <a:solidFill>
                <a:srgbClr val="6B5E62"/>
              </a:solidFill>
            </p:spPr>
            <p:txBody>
              <a:bodyPr rtlCol="0" anchor="ctr">
                <a:noAutofit/>
              </a:bodyPr>
              <a:lstStyle/>
              <a:p>
                <a:pPr algn="ctr"/>
                <a:endParaRPr lang="en-US" dirty="0"/>
              </a:p>
            </p:txBody>
          </p:sp>
          <p:sp>
            <p:nvSpPr>
              <p:cNvPr id="19" name="shape-30D5">
                <a:extLst>
                  <a:ext uri="{151DEE7A-0C04-43E2-A7C5-BBFCEA49FA09}">
                    <a16:creationId xmlns:a16="http://schemas.microsoft.com/office/drawing/2010/main" xmlns:vt="http://schemas.openxmlformats.org/officeDocument/2006/docPropsVTypes" xmlns:ns1="http://schemas.openxmlformats.org/officeDocument/2006/extended-properties" xmlns:cs="http://schemas.microsoft.com/office/drawing/2012/chartStyle" xmlns:c="http://schemas.openxmlformats.org/drawingml/2006/chart" xmlns="" id="{0CE343CF-6CEE-4235-9A08-44B932163946}"/>
                  </a:ext>
                </a:extLst>
              </p:cNvPr>
              <p:cNvSpPr/>
              <p:nvPr/>
            </p:nvSpPr>
            <p:spPr>
              <a:xfrm>
                <a:off x="0" y="-57150"/>
                <a:ext cx="351758" cy="1613535"/>
              </a:xfrm>
              <a:custGeom>
                <a:avLst/>
                <a:gdLst/>
                <a:ahLst/>
                <a:cxnLst/>
                <a:rect l="0" t="0" r="r" b="b"/>
                <a:pathLst>
                  <a:path w="351758" h="1613535">
                    <a:moveTo>
                      <a:pt x="0" y="1613535"/>
                    </a:moveTo>
                    <a:lnTo>
                      <a:pt x="351758" y="0"/>
                    </a:lnTo>
                    <a:lnTo>
                      <a:pt x="192977" y="1532382"/>
                    </a:lnTo>
                    <a:lnTo>
                      <a:pt x="0" y="1613535"/>
                    </a:lnTo>
                    <a:close/>
                  </a:path>
                </a:pathLst>
              </a:custGeom>
              <a:solidFill>
                <a:srgbClr val="4D4346"/>
              </a:solidFill>
            </p:spPr>
            <p:txBody>
              <a:bodyPr rtlCol="0" anchor="ctr">
                <a:noAutofit/>
              </a:bodyPr>
              <a:lstStyle/>
              <a:p>
                <a:pPr algn="ctr"/>
                <a:endParaRPr lang="en-US" dirty="0"/>
              </a:p>
            </p:txBody>
          </p:sp>
        </p:grpSp>
      </p:grpSp>
    </p:spTree>
    <p:custDataLst>
      <p:tags r:id="rId1"/>
    </p:custDataLst>
    <p:extLst>
      <p:ext uri="{B94E31C5-2547-45B2-9178-0ADEFAF52D18}">
        <p14:creationId xmlns:p14="http://schemas.microsoft.com/office/powerpoint/2010/main" xmlns:vt="http://schemas.openxmlformats.org/officeDocument/2006/docPropsVTypes" xmlns:ns1="http://schemas.openxmlformats.org/officeDocument/2006/extended-properties" xmlns:cs="http://schemas.microsoft.com/office/drawing/2012/chartStyle" xmlns:c="http://schemas.openxmlformats.org/drawingml/2006/chart" xmlns="" val="176030419525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itle and Images">
    <p:spTree>
      <p:nvGrpSpPr>
        <p:cNvPr id="1" name=""/>
        <p:cNvGrpSpPr/>
        <p:nvPr/>
      </p:nvGrpSpPr>
      <p:grpSpPr>
        <a:xfrm>
          <a:off x="0" y="0"/>
          <a:ext cx="0" cy="0"/>
          <a:chOff x="0" y="0"/>
          <a:chExt cx="0" cy="0"/>
        </a:xfrm>
      </p:grpSpPr>
      <p:sp>
        <p:nvSpPr>
          <p:cNvPr id="2" name="Rectangle 1">
            <a:extLst>
              <a:ext uri="{BA421B25-6921-4BFB-8CC4-89A965EA942F}">
                <a16:creationId xmlns:a16="http://schemas.microsoft.com/office/drawing/2010/main" xmlns:vt="http://schemas.openxmlformats.org/officeDocument/2006/docPropsVTypes" xmlns:ns1="http://schemas.openxmlformats.org/officeDocument/2006/extended-properties" xmlns:cs="http://schemas.microsoft.com/office/drawing/2012/chartStyle" xmlns:c="http://schemas.openxmlformats.org/drawingml/2006/chart" xmlns="" id="{A15E78E4-E5C7-4F05-89BE-E786D00774AB}"/>
              </a:ext>
            </a:extLst>
          </p:cNvPr>
          <p:cNvSpPr/>
          <p:nvPr/>
        </p:nvSpPr>
        <p:spPr>
          <a:xfrm>
            <a:off x="986047" y="1313411"/>
            <a:ext cx="1626527" cy="2192340"/>
          </a:xfrm>
          <a:prstGeom prst="rect">
            <a:avLst/>
          </a:prstGeom>
          <a:noFill/>
          <a:ln w="6350" cap="flat">
            <a:solidFill>
              <a:schemeClr val="tx1">
                <a:alpha val="48000"/>
                <a:lumMod val="65000"/>
                <a:lumOff val="35000"/>
              </a:schemeClr>
            </a:solidFill>
            <a:prstDash val="solid"/>
            <a:miter lim="800000"/>
          </a:ln>
          <a:effectLst/>
        </p:spPr>
        <p:style>
          <a:lnRef idx="1">
            <a:schemeClr val="accent1"/>
          </a:lnRef>
          <a:fillRef idx="3">
            <a:schemeClr val="accent1"/>
          </a:fillRef>
          <a:effectRef idx="0">
            <a:schemeClr val="accent1"/>
          </a:effectRef>
          <a:fontRef idx="minor">
            <a:srgbClr val="FFFFFF"/>
          </a:fontRef>
        </p:style>
        <p:txBody>
          <a:bodyPr rtlCol="0" anchor="ctr"/>
          <a:lstStyle/>
          <a:p>
            <a:endParaRPr lang="en-US" dirty="0">
              <a:latin typeface="+mn-lt"/>
            </a:endParaRPr>
          </a:p>
        </p:txBody>
      </p:sp>
      <p:sp>
        <p:nvSpPr>
          <p:cNvPr id="3" name="Rectangle 2">
            <a:extLst>
              <a:ext uri="{103BE53E-0CD1-478D-8211-D7D14A3AB5B8}">
                <a16:creationId xmlns:a16="http://schemas.microsoft.com/office/drawing/2010/main" xmlns:vt="http://schemas.openxmlformats.org/officeDocument/2006/docPropsVTypes" xmlns:ns1="http://schemas.openxmlformats.org/officeDocument/2006/extended-properties" xmlns:cs="http://schemas.microsoft.com/office/drawing/2012/chartStyle" xmlns:c="http://schemas.openxmlformats.org/drawingml/2006/chart" xmlns="" id="{7319E1C8-A905-4063-B703-2D32A1FFA96B}"/>
              </a:ext>
            </a:extLst>
          </p:cNvPr>
          <p:cNvSpPr/>
          <p:nvPr/>
        </p:nvSpPr>
        <p:spPr>
          <a:xfrm>
            <a:off x="2845708" y="1961292"/>
            <a:ext cx="1626527" cy="2192340"/>
          </a:xfrm>
          <a:prstGeom prst="rect">
            <a:avLst/>
          </a:prstGeom>
          <a:noFill/>
          <a:ln w="6350" cap="flat">
            <a:solidFill>
              <a:schemeClr val="tx1">
                <a:alpha val="48000"/>
                <a:lumMod val="65000"/>
                <a:lumOff val="35000"/>
              </a:schemeClr>
            </a:solidFill>
            <a:prstDash val="solid"/>
            <a:miter lim="800000"/>
          </a:ln>
          <a:effectLst/>
        </p:spPr>
        <p:style>
          <a:lnRef idx="1">
            <a:schemeClr val="accent1"/>
          </a:lnRef>
          <a:fillRef idx="3">
            <a:schemeClr val="accent1"/>
          </a:fillRef>
          <a:effectRef idx="0">
            <a:schemeClr val="accent1"/>
          </a:effectRef>
          <a:fontRef idx="minor">
            <a:srgbClr val="FFFFFF"/>
          </a:fontRef>
        </p:style>
        <p:txBody>
          <a:bodyPr rtlCol="0" anchor="ctr"/>
          <a:lstStyle/>
          <a:p>
            <a:endParaRPr lang="en-US" dirty="0">
              <a:latin typeface="+mn-lt"/>
            </a:endParaRPr>
          </a:p>
        </p:txBody>
      </p:sp>
      <p:sp>
        <p:nvSpPr>
          <p:cNvPr id="4" name="Rectangle 3">
            <a:extLst>
              <a:ext uri="{5C224601-A652-461F-A743-D7AE7EF5BB1F}">
                <a16:creationId xmlns:a16="http://schemas.microsoft.com/office/drawing/2010/main" xmlns:vt="http://schemas.openxmlformats.org/officeDocument/2006/docPropsVTypes" xmlns:ns1="http://schemas.openxmlformats.org/officeDocument/2006/extended-properties" xmlns:cs="http://schemas.microsoft.com/office/drawing/2012/chartStyle" xmlns:c="http://schemas.openxmlformats.org/drawingml/2006/chart" xmlns="" id="{2A9E75F1-948A-4552-91B3-5769537074ED}"/>
              </a:ext>
            </a:extLst>
          </p:cNvPr>
          <p:cNvSpPr/>
          <p:nvPr/>
        </p:nvSpPr>
        <p:spPr>
          <a:xfrm>
            <a:off x="4594669" y="1396795"/>
            <a:ext cx="1626527" cy="2192340"/>
          </a:xfrm>
          <a:prstGeom prst="rect">
            <a:avLst/>
          </a:prstGeom>
          <a:noFill/>
          <a:ln w="6350" cap="flat">
            <a:solidFill>
              <a:schemeClr val="tx1">
                <a:alpha val="48000"/>
                <a:lumMod val="65000"/>
                <a:lumOff val="35000"/>
              </a:schemeClr>
            </a:solidFill>
            <a:prstDash val="solid"/>
            <a:miter lim="800000"/>
          </a:ln>
          <a:effectLst/>
        </p:spPr>
        <p:style>
          <a:lnRef idx="1">
            <a:schemeClr val="accent1"/>
          </a:lnRef>
          <a:fillRef idx="3">
            <a:schemeClr val="accent1"/>
          </a:fillRef>
          <a:effectRef idx="0">
            <a:schemeClr val="accent1"/>
          </a:effectRef>
          <a:fontRef idx="minor">
            <a:srgbClr val="FFFFFF"/>
          </a:fontRef>
        </p:style>
        <p:txBody>
          <a:bodyPr rtlCol="0" anchor="ctr"/>
          <a:lstStyle/>
          <a:p>
            <a:endParaRPr lang="en-US" dirty="0">
              <a:latin typeface="+mn-lt"/>
            </a:endParaRPr>
          </a:p>
        </p:txBody>
      </p:sp>
      <p:sp>
        <p:nvSpPr>
          <p:cNvPr id="5" name="Rectangle 4">
            <a:extLst>
              <a:ext uri="{34287C4D-48FA-4F83-B858-04D099E7C6B0}">
                <a16:creationId xmlns:a16="http://schemas.microsoft.com/office/drawing/2010/main" xmlns:vt="http://schemas.openxmlformats.org/officeDocument/2006/docPropsVTypes" xmlns:ns1="http://schemas.openxmlformats.org/officeDocument/2006/extended-properties" xmlns:cs="http://schemas.microsoft.com/office/drawing/2012/chartStyle" xmlns:c="http://schemas.openxmlformats.org/drawingml/2006/chart" xmlns="" id="{924AF30D-0E7D-418C-B4E7-590006BEF579}"/>
              </a:ext>
            </a:extLst>
          </p:cNvPr>
          <p:cNvSpPr/>
          <p:nvPr/>
        </p:nvSpPr>
        <p:spPr>
          <a:xfrm>
            <a:off x="6463960" y="1964655"/>
            <a:ext cx="1626527" cy="2192340"/>
          </a:xfrm>
          <a:prstGeom prst="rect">
            <a:avLst/>
          </a:prstGeom>
          <a:noFill/>
          <a:ln w="6350" cap="flat">
            <a:solidFill>
              <a:schemeClr val="tx1">
                <a:alpha val="48000"/>
                <a:lumMod val="65000"/>
                <a:lumOff val="35000"/>
              </a:schemeClr>
            </a:solidFill>
            <a:prstDash val="solid"/>
            <a:miter lim="800000"/>
          </a:ln>
          <a:effectLst/>
        </p:spPr>
        <p:style>
          <a:lnRef idx="1">
            <a:schemeClr val="accent1"/>
          </a:lnRef>
          <a:fillRef idx="3">
            <a:schemeClr val="accent1"/>
          </a:fillRef>
          <a:effectRef idx="0">
            <a:schemeClr val="accent1"/>
          </a:effectRef>
          <a:fontRef idx="minor">
            <a:srgbClr val="FFFFFF"/>
          </a:fontRef>
        </p:style>
        <p:txBody>
          <a:bodyPr rtlCol="0" anchor="ctr"/>
          <a:lstStyle/>
          <a:p>
            <a:endParaRPr lang="en-US" dirty="0">
              <a:latin typeface="+mn-lt"/>
            </a:endParaRPr>
          </a:p>
        </p:txBody>
      </p:sp>
      <p:sp>
        <p:nvSpPr>
          <p:cNvPr id="6" name="Title 1">
            <a:extLst>
              <a:ext uri="{CABBB5B6-4BAA-4F23-9F06-A380B1F0513E}">
                <a16:creationId xmlns:a16="http://schemas.microsoft.com/office/drawing/2010/main" xmlns:vt="http://schemas.openxmlformats.org/officeDocument/2006/docPropsVTypes" xmlns:ns1="http://schemas.openxmlformats.org/officeDocument/2006/extended-properties" xmlns:cs="http://schemas.microsoft.com/office/drawing/2012/chartStyle" xmlns:c="http://schemas.openxmlformats.org/drawingml/2006/chart" xmlns="" id="{C1B2C15A-2933-42F2-9252-D613613F829E}"/>
              </a:ext>
            </a:extLst>
          </p:cNvPr>
          <p:cNvSpPr>
            <a:spLocks noGrp="1"/>
          </p:cNvSpPr>
          <p:nvPr>
            <p:ph type="title"/>
          </p:nvPr>
        </p:nvSpPr>
        <p:spPr>
          <a:xfrm>
            <a:off x="762000" y="349043"/>
            <a:ext cx="7620000" cy="762000"/>
          </a:xfrm>
        </p:spPr>
        <p:txBody>
          <a:bodyPr rtlCol="0"/>
          <a:lstStyle>
            <a:lvl1pPr lvl="0"/>
          </a:lstStyle>
          <a:p>
            <a:r>
              <a:rPr lang="en-US" dirty="0"/>
              <a:t>Click to edit Master title style</a:t>
            </a:r>
          </a:p>
        </p:txBody>
      </p:sp>
      <p:sp>
        <p:nvSpPr>
          <p:cNvPr id="7" name="Picture Placeholder 2">
            <a:extLst>
              <a:ext uri="{5FEB22FB-8302-4E41-AEEA-5B81034BAA52}">
                <a16:creationId xmlns:a16="http://schemas.microsoft.com/office/drawing/2010/main" xmlns:vt="http://schemas.openxmlformats.org/officeDocument/2006/docPropsVTypes" xmlns:ns1="http://schemas.openxmlformats.org/officeDocument/2006/extended-properties" xmlns:cs="http://schemas.microsoft.com/office/drawing/2012/chartStyle" xmlns:c="http://schemas.openxmlformats.org/drawingml/2006/chart" xmlns="" id="{4AACAE67-FBD4-46AC-9CEC-E84104C27DA8}"/>
              </a:ext>
            </a:extLst>
          </p:cNvPr>
          <p:cNvSpPr>
            <a:spLocks noGrp="1"/>
          </p:cNvSpPr>
          <p:nvPr>
            <p:ph type="pic" idx="1"/>
          </p:nvPr>
        </p:nvSpPr>
        <p:spPr>
          <a:xfrm>
            <a:off x="849439" y="1398070"/>
            <a:ext cx="1654625" cy="2345617"/>
          </a:xfrm>
          <a:solidFill>
            <a:schemeClr val="bg1">
              <a:lumMod val="95000"/>
            </a:schemeClr>
          </a:solidFill>
          <a:ln w="38100">
            <a:noFill/>
            <a:miter lim="800000"/>
          </a:ln>
        </p:spPr>
        <p:txBody>
          <a:bodyPr rtlCol="0"/>
          <a:lstStyle/>
          <a:p>
            <a:r>
              <a:rPr lang="en-US" dirty="0"/>
              <a:t>Click icon to add picture</a:t>
            </a:r>
          </a:p>
        </p:txBody>
      </p:sp>
      <p:sp>
        <p:nvSpPr>
          <p:cNvPr id="8" name="Picture Placeholder 2">
            <a:extLst>
              <a:ext uri="{8F12E00A-572C-4CC6-9197-5805DC6D80B7}">
                <a16:creationId xmlns:a16="http://schemas.microsoft.com/office/drawing/2010/main" xmlns:vt="http://schemas.openxmlformats.org/officeDocument/2006/docPropsVTypes" xmlns:ns1="http://schemas.openxmlformats.org/officeDocument/2006/extended-properties" xmlns:cs="http://schemas.microsoft.com/office/drawing/2012/chartStyle" xmlns:c="http://schemas.openxmlformats.org/drawingml/2006/chart" xmlns="" id="{E7A58550-D081-441F-AE8C-972EC94325BE}"/>
              </a:ext>
            </a:extLst>
          </p:cNvPr>
          <p:cNvSpPr>
            <a:spLocks noGrp="1"/>
          </p:cNvSpPr>
          <p:nvPr>
            <p:ph type="pic" idx="2"/>
          </p:nvPr>
        </p:nvSpPr>
        <p:spPr>
          <a:xfrm>
            <a:off x="2736846" y="2025377"/>
            <a:ext cx="1657350" cy="2343150"/>
          </a:xfrm>
          <a:solidFill>
            <a:schemeClr val="bg1">
              <a:lumMod val="95000"/>
            </a:schemeClr>
          </a:solidFill>
          <a:ln w="38100">
            <a:noFill/>
            <a:miter lim="800000"/>
          </a:ln>
        </p:spPr>
        <p:txBody>
          <a:bodyPr rtlCol="0"/>
          <a:lstStyle/>
          <a:p>
            <a:r>
              <a:rPr lang="en-US" dirty="0"/>
              <a:t>Click icon to add picture</a:t>
            </a:r>
          </a:p>
        </p:txBody>
      </p:sp>
      <p:sp>
        <p:nvSpPr>
          <p:cNvPr id="9" name="Picture Placeholder 2">
            <a:extLst>
              <a:ext uri="{E86DCAEA-21C2-456A-9F3B-B3104C1826F6}">
                <a16:creationId xmlns:a16="http://schemas.microsoft.com/office/drawing/2010/main" xmlns:vt="http://schemas.openxmlformats.org/officeDocument/2006/docPropsVTypes" xmlns:ns1="http://schemas.openxmlformats.org/officeDocument/2006/extended-properties" xmlns:cs="http://schemas.microsoft.com/office/drawing/2012/chartStyle" xmlns:c="http://schemas.openxmlformats.org/drawingml/2006/chart" xmlns="" id="{5E959358-ACB0-477E-82F7-0E206565AF12}"/>
              </a:ext>
            </a:extLst>
          </p:cNvPr>
          <p:cNvSpPr>
            <a:spLocks noGrp="1"/>
          </p:cNvSpPr>
          <p:nvPr>
            <p:ph type="pic" idx="3"/>
          </p:nvPr>
        </p:nvSpPr>
        <p:spPr>
          <a:xfrm>
            <a:off x="4665078" y="1483414"/>
            <a:ext cx="1657350" cy="2343150"/>
          </a:xfrm>
          <a:solidFill>
            <a:schemeClr val="bg1">
              <a:lumMod val="95000"/>
            </a:schemeClr>
          </a:solidFill>
          <a:ln w="38100">
            <a:noFill/>
            <a:miter lim="800000"/>
          </a:ln>
        </p:spPr>
        <p:txBody>
          <a:bodyPr rtlCol="0"/>
          <a:lstStyle/>
          <a:p>
            <a:r>
              <a:rPr lang="en-US" dirty="0"/>
              <a:t>Click icon to add picture</a:t>
            </a:r>
          </a:p>
        </p:txBody>
      </p:sp>
      <p:sp>
        <p:nvSpPr>
          <p:cNvPr id="10" name="Picture Placeholder 2">
            <a:extLst>
              <a:ext uri="{5A64C37F-50A1-448C-8F9B-71AC92A934CF}">
                <a16:creationId xmlns:a16="http://schemas.microsoft.com/office/drawing/2010/main" xmlns:vt="http://schemas.openxmlformats.org/officeDocument/2006/docPropsVTypes" xmlns:ns1="http://schemas.openxmlformats.org/officeDocument/2006/extended-properties" xmlns:cs="http://schemas.microsoft.com/office/drawing/2012/chartStyle" xmlns:c="http://schemas.openxmlformats.org/drawingml/2006/chart" xmlns="" id="{43509915-8017-4C0D-B451-51611A8DF4FF}"/>
              </a:ext>
            </a:extLst>
          </p:cNvPr>
          <p:cNvSpPr>
            <a:spLocks noGrp="1"/>
          </p:cNvSpPr>
          <p:nvPr>
            <p:ph type="pic" idx="4"/>
          </p:nvPr>
        </p:nvSpPr>
        <p:spPr>
          <a:xfrm>
            <a:off x="6534369" y="2025377"/>
            <a:ext cx="1657350" cy="2343150"/>
          </a:xfrm>
          <a:solidFill>
            <a:schemeClr val="bg1">
              <a:lumMod val="95000"/>
            </a:schemeClr>
          </a:solidFill>
          <a:ln w="38100">
            <a:noFill/>
            <a:miter lim="800000"/>
          </a:ln>
        </p:spPr>
        <p:txBody>
          <a:bodyPr rtlCol="0"/>
          <a:lstStyle/>
          <a:p>
            <a:r>
              <a:rPr lang="en-US" dirty="0"/>
              <a:t>Click icon to add picture</a:t>
            </a:r>
          </a:p>
        </p:txBody>
      </p:sp>
      <p:sp>
        <p:nvSpPr>
          <p:cNvPr id="11" name="Slide Number Placeholder 4">
            <a:extLst>
              <a:ext uri="{351E7AA9-F4D6-4A80-BB0C-E0811C90A617}">
                <a16:creationId xmlns:a16="http://schemas.microsoft.com/office/drawing/2010/main" xmlns:vt="http://schemas.openxmlformats.org/officeDocument/2006/docPropsVTypes" xmlns:ns1="http://schemas.openxmlformats.org/officeDocument/2006/extended-properties" xmlns:cs="http://schemas.microsoft.com/office/drawing/2012/chartStyle" xmlns:c="http://schemas.openxmlformats.org/drawingml/2006/chart" xmlns="" id="{09CE6378-2B86-46E7-8AEC-0B0D102DF3A0}"/>
              </a:ext>
            </a:extLst>
          </p:cNvPr>
          <p:cNvSpPr>
            <a:spLocks noGrp="1"/>
          </p:cNvSpPr>
          <p:nvPr>
            <p:ph type="sldNum" sz="quarter" idx="12"/>
          </p:nvPr>
        </p:nvSpPr>
        <p:spPr/>
        <p:txBody>
          <a:bodyPr rtlCol="0"/>
          <a:lstStyle/>
          <a:p>
            <a:r>
              <a:rPr lang="en-US" dirty="0"/>
              <a:t>&lt;#&gt;</a:t>
            </a:r>
          </a:p>
        </p:txBody>
      </p:sp>
      <p:sp>
        <p:nvSpPr>
          <p:cNvPr id="12" name="Footer Placeholder 3">
            <a:extLst>
              <a:ext uri="{0AF23441-7858-4490-816F-5CD5DF456C3D}">
                <a16:creationId xmlns:a16="http://schemas.microsoft.com/office/drawing/2010/main" xmlns:vt="http://schemas.openxmlformats.org/officeDocument/2006/docPropsVTypes" xmlns:ns1="http://schemas.openxmlformats.org/officeDocument/2006/extended-properties" xmlns:cs="http://schemas.microsoft.com/office/drawing/2012/chartStyle" xmlns:c="http://schemas.openxmlformats.org/drawingml/2006/chart" xmlns="" id="{059E2353-E300-43FD-BF7E-AE4ECC9BC6FC}"/>
              </a:ext>
            </a:extLst>
          </p:cNvPr>
          <p:cNvSpPr>
            <a:spLocks noGrp="1"/>
          </p:cNvSpPr>
          <p:nvPr>
            <p:ph type="ftr" sz="quarter" idx="11"/>
          </p:nvPr>
        </p:nvSpPr>
        <p:spPr/>
        <p:txBody>
          <a:bodyPr rtlCol="0"/>
          <a:lstStyle/>
          <a:p>
            <a:r>
              <a:rPr lang="en-US" dirty="0"/>
              <a:t>Footer</a:t>
            </a:r>
          </a:p>
        </p:txBody>
      </p:sp>
      <p:sp>
        <p:nvSpPr>
          <p:cNvPr id="13" name="Date Placeholder 1">
            <a:extLst>
              <a:ext uri="{2660BBB6-A610-4338-B2C0-43589529064E}">
                <a16:creationId xmlns:a16="http://schemas.microsoft.com/office/drawing/2010/main" xmlns:vt="http://schemas.openxmlformats.org/officeDocument/2006/docPropsVTypes" xmlns:ns1="http://schemas.openxmlformats.org/officeDocument/2006/extended-properties" xmlns:cs="http://schemas.microsoft.com/office/drawing/2012/chartStyle" xmlns:c="http://schemas.openxmlformats.org/drawingml/2006/chart" xmlns="" id="{16796E7F-90EE-4040-A554-9A137BD2061A}"/>
              </a:ext>
            </a:extLst>
          </p:cNvPr>
          <p:cNvSpPr>
            <a:spLocks noGrp="1"/>
          </p:cNvSpPr>
          <p:nvPr>
            <p:ph type="dt" sz="half" idx="10"/>
          </p:nvPr>
        </p:nvSpPr>
        <p:spPr/>
        <p:txBody>
          <a:bodyPr rtlCol="0"/>
          <a:lstStyle/>
          <a:p>
            <a:r>
              <a:rPr lang="en-US" dirty="0"/>
              <a:t>Date</a:t>
            </a:r>
          </a:p>
        </p:txBody>
      </p:sp>
      <p:sp>
        <p:nvSpPr>
          <p:cNvPr id="14" name="Rectangle 13">
            <a:extLst>
              <a:ext uri="{5DBC3544-D5BE-45CE-B7E7-2CD445B6298E}">
                <a16:creationId xmlns:a16="http://schemas.microsoft.com/office/drawing/2010/main" xmlns:vt="http://schemas.openxmlformats.org/officeDocument/2006/docPropsVTypes" xmlns:ns1="http://schemas.openxmlformats.org/officeDocument/2006/extended-properties" xmlns:cs="http://schemas.microsoft.com/office/drawing/2012/chartStyle" xmlns:c="http://schemas.openxmlformats.org/drawingml/2006/chart" xmlns="" id="{7E37C4BC-0CE3-4688-8C66-871210C0EE2A}"/>
              </a:ext>
            </a:extLst>
          </p:cNvPr>
          <p:cNvSpPr/>
          <p:nvPr/>
        </p:nvSpPr>
        <p:spPr>
          <a:xfrm>
            <a:off x="0" y="4980784"/>
            <a:ext cx="9144000" cy="160982"/>
          </a:xfrm>
          <a:prstGeom prst="rect">
            <a:avLst/>
          </a:prstGeom>
          <a:solidFill>
            <a:schemeClr val="bg2">
              <a:lumMod val="65000"/>
            </a:schemeClr>
          </a:solidFill>
          <a:effectLst/>
        </p:spPr>
        <p:style>
          <a:lnRef idx="1">
            <a:schemeClr val="accent1">
              <a:shade val="50000"/>
            </a:schemeClr>
          </a:lnRef>
          <a:fillRef idx="1">
            <a:schemeClr val="accent1"/>
          </a:fillRef>
          <a:effectRef idx="0">
            <a:schemeClr val="accent1"/>
          </a:effectRef>
          <a:fontRef idx="minor">
            <a:srgbClr val="FFFFFF"/>
          </a:fontRef>
        </p:style>
        <p:txBody>
          <a:bodyPr rtlCol="0" anchor="ctr">
            <a:noAutofit/>
          </a:bodyPr>
          <a:lstStyle/>
          <a:p>
            <a:endParaRPr lang="en-US" dirty="0"/>
          </a:p>
        </p:txBody>
      </p:sp>
      <p:grpSp>
        <p:nvGrpSpPr>
          <p:cNvPr id="15" name="Group 14">
            <a:extLst>
              <a:ext uri="{BB39C45C-4189-4CC6-9F96-97A3A5897AED}">
                <a16:creationId xmlns:a16="http://schemas.microsoft.com/office/drawing/2010/main" xmlns:vt="http://schemas.openxmlformats.org/officeDocument/2006/docPropsVTypes" xmlns:ns1="http://schemas.openxmlformats.org/officeDocument/2006/extended-properties" xmlns:cs="http://schemas.microsoft.com/office/drawing/2012/chartStyle" xmlns:c="http://schemas.openxmlformats.org/drawingml/2006/chart" xmlns="" id="{C99A3D5B-9120-4A00-85E1-79FAC458C929}"/>
              </a:ext>
            </a:extLst>
          </p:cNvPr>
          <p:cNvGrpSpPr>
            <a:grpSpLocks noChangeAspect="1"/>
          </p:cNvGrpSpPr>
          <p:nvPr/>
        </p:nvGrpSpPr>
        <p:grpSpPr>
          <a:xfrm flipH="1">
            <a:off x="-9658" y="3909841"/>
            <a:ext cx="312639" cy="1393355"/>
            <a:chOff x="0" y="-57150"/>
            <a:chExt cx="362045" cy="1613535"/>
          </a:xfrm>
        </p:grpSpPr>
        <p:grpSp>
          <p:nvGrpSpPr>
            <p:cNvPr id="16" name="shape-5754">
              <a:extLst>
                <a:ext uri="{D9F0728D-1333-48C1-9D38-38DF53A71623}">
                  <a16:creationId xmlns:a16="http://schemas.microsoft.com/office/drawing/2010/main" xmlns:vt="http://schemas.openxmlformats.org/officeDocument/2006/docPropsVTypes" xmlns:ns1="http://schemas.openxmlformats.org/officeDocument/2006/extended-properties" xmlns:cs="http://schemas.microsoft.com/office/drawing/2012/chartStyle" xmlns:c="http://schemas.openxmlformats.org/drawingml/2006/chart" xmlns="" id="{9652221A-C642-4304-9C6C-A3A58DB00A36}"/>
                </a:ext>
              </a:extLst>
            </p:cNvPr>
            <p:cNvGrpSpPr/>
            <p:nvPr/>
          </p:nvGrpSpPr>
          <p:grpSpPr>
            <a:xfrm>
              <a:off x="0" y="-57150"/>
              <a:ext cx="362045" cy="1613535"/>
              <a:chOff x="0" y="-57150"/>
              <a:chExt cx="362045" cy="1613535"/>
            </a:xfrm>
          </p:grpSpPr>
          <p:sp>
            <p:nvSpPr>
              <p:cNvPr id="17" name="shape-7013">
                <a:extLst>
                  <a:ext uri="{23BE539B-64FB-4681-90AD-936DAFBAD0DD}">
                    <a16:creationId xmlns:a16="http://schemas.microsoft.com/office/drawing/2010/main" xmlns:vt="http://schemas.openxmlformats.org/officeDocument/2006/docPropsVTypes" xmlns:ns1="http://schemas.openxmlformats.org/officeDocument/2006/extended-properties" xmlns:cs="http://schemas.microsoft.com/office/drawing/2012/chartStyle" xmlns:c="http://schemas.openxmlformats.org/drawingml/2006/chart" xmlns="" id="{A1C863F2-9C6B-480F-98CA-AC5B182C5EF3}"/>
                  </a:ext>
                </a:extLst>
              </p:cNvPr>
              <p:cNvSpPr/>
              <p:nvPr/>
            </p:nvSpPr>
            <p:spPr>
              <a:xfrm>
                <a:off x="192976" y="-57150"/>
                <a:ext cx="169068" cy="1532382"/>
              </a:xfrm>
              <a:custGeom>
                <a:avLst/>
                <a:gdLst/>
                <a:ahLst/>
                <a:cxnLst/>
                <a:rect l="0" t="0" r="r" b="b"/>
                <a:pathLst>
                  <a:path w="169069" h="1532382">
                    <a:moveTo>
                      <a:pt x="169069" y="1461421"/>
                    </a:moveTo>
                    <a:lnTo>
                      <a:pt x="158782" y="0"/>
                    </a:lnTo>
                    <a:lnTo>
                      <a:pt x="0" y="1532382"/>
                    </a:lnTo>
                    <a:lnTo>
                      <a:pt x="169069" y="1461421"/>
                    </a:lnTo>
                    <a:close/>
                  </a:path>
                </a:pathLst>
              </a:custGeom>
              <a:solidFill>
                <a:srgbClr val="6B5E62"/>
              </a:solidFill>
            </p:spPr>
            <p:txBody>
              <a:bodyPr rtlCol="0" anchor="ctr">
                <a:noAutofit/>
              </a:bodyPr>
              <a:lstStyle/>
              <a:p>
                <a:pPr algn="ctr"/>
                <a:endParaRPr lang="en-US" dirty="0"/>
              </a:p>
            </p:txBody>
          </p:sp>
          <p:sp>
            <p:nvSpPr>
              <p:cNvPr id="18" name="shape-30D5">
                <a:extLst>
                  <a:ext uri="{5DDC2BCE-7CE4-45E4-A520-9BCB7D471F1F}">
                    <a16:creationId xmlns:a16="http://schemas.microsoft.com/office/drawing/2010/main" xmlns:vt="http://schemas.openxmlformats.org/officeDocument/2006/docPropsVTypes" xmlns:ns1="http://schemas.openxmlformats.org/officeDocument/2006/extended-properties" xmlns:cs="http://schemas.microsoft.com/office/drawing/2012/chartStyle" xmlns:c="http://schemas.openxmlformats.org/drawingml/2006/chart" xmlns="" id="{2281FBC9-B16F-44EE-B1EE-BCA2D4FFAAB7}"/>
                  </a:ext>
                </a:extLst>
              </p:cNvPr>
              <p:cNvSpPr/>
              <p:nvPr/>
            </p:nvSpPr>
            <p:spPr>
              <a:xfrm>
                <a:off x="0" y="-57150"/>
                <a:ext cx="351758" cy="1613535"/>
              </a:xfrm>
              <a:custGeom>
                <a:avLst/>
                <a:gdLst/>
                <a:ahLst/>
                <a:cxnLst/>
                <a:rect l="0" t="0" r="r" b="b"/>
                <a:pathLst>
                  <a:path w="351758" h="1613535">
                    <a:moveTo>
                      <a:pt x="0" y="1613535"/>
                    </a:moveTo>
                    <a:lnTo>
                      <a:pt x="351758" y="0"/>
                    </a:lnTo>
                    <a:lnTo>
                      <a:pt x="192977" y="1532382"/>
                    </a:lnTo>
                    <a:lnTo>
                      <a:pt x="0" y="1613535"/>
                    </a:lnTo>
                    <a:close/>
                  </a:path>
                </a:pathLst>
              </a:custGeom>
              <a:solidFill>
                <a:srgbClr val="4D4346"/>
              </a:solidFill>
            </p:spPr>
            <p:txBody>
              <a:bodyPr rtlCol="0" anchor="ctr">
                <a:noAutofit/>
              </a:bodyPr>
              <a:lstStyle/>
              <a:p>
                <a:pPr algn="ctr"/>
                <a:endParaRPr lang="en-US" dirty="0"/>
              </a:p>
            </p:txBody>
          </p:sp>
        </p:grpSp>
      </p:grpSp>
    </p:spTree>
    <p:custDataLst>
      <p:tags r:id="rId1"/>
    </p:custDataLst>
    <p:extLst>
      <p:ext uri="{18FA160B-F373-41E1-B095-901079A8472C}">
        <p14:creationId xmlns:p14="http://schemas.microsoft.com/office/powerpoint/2010/main" xmlns:vt="http://schemas.openxmlformats.org/officeDocument/2006/docPropsVTypes" xmlns:ns1="http://schemas.openxmlformats.org/officeDocument/2006/extended-properties" xmlns:cs="http://schemas.microsoft.com/office/drawing/2012/chartStyle" xmlns:c="http://schemas.openxmlformats.org/drawingml/2006/chart" xmlns="" val="176030419525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lideMaster1">
    <p:bg>
      <p:bgPr>
        <a:solidFill>
          <a:schemeClr val="bg1"/>
        </a:solidFill>
        <a:effectLst/>
      </p:bgPr>
    </p:bg>
    <p:spTree>
      <p:nvGrpSpPr>
        <p:cNvPr id="1" name=""/>
        <p:cNvGrpSpPr/>
        <p:nvPr/>
      </p:nvGrpSpPr>
      <p:grpSpPr>
        <a:xfrm>
          <a:off x="0" y="0"/>
          <a:ext cx="0" cy="0"/>
          <a:chOff x="0" y="0"/>
          <a:chExt cx="0" cy="0"/>
        </a:xfrm>
      </p:grpSpPr>
      <p:sp>
        <p:nvSpPr>
          <p:cNvPr id="2" name="Title Placeholder 1">
            <a:extLst>
              <a:ext uri="{0A5DD7CC-BF83-4031-8547-BE6036865652}">
                <a16:creationId xmlns:a16="http://schemas.microsoft.com/office/drawing/2010/main" xmlns:vt="http://schemas.openxmlformats.org/officeDocument/2006/docPropsVTypes" xmlns:ns1="http://schemas.openxmlformats.org/officeDocument/2006/extended-properties" xmlns:cs="http://schemas.microsoft.com/office/drawing/2012/chartStyle" xmlns:c="http://schemas.openxmlformats.org/drawingml/2006/chart" xmlns="" id="{AF025EF6-C3C4-444F-BF31-06B5FFFD7B27}"/>
              </a:ext>
            </a:extLst>
          </p:cNvPr>
          <p:cNvSpPr>
            <a:spLocks noGrp="1"/>
          </p:cNvSpPr>
          <p:nvPr>
            <p:ph type="title"/>
          </p:nvPr>
        </p:nvSpPr>
        <p:spPr>
          <a:xfrm>
            <a:off x="762000" y="349045"/>
            <a:ext cx="7620000" cy="857250"/>
          </a:xfrm>
          <a:prstGeom prst="rect">
            <a:avLst/>
          </a:prstGeom>
        </p:spPr>
        <p:txBody>
          <a:bodyPr lIns="91440" tIns="45720" rIns="91440" bIns="45720" rtlCol="0" anchor="b">
            <a:noAutofit/>
          </a:bodyPr>
          <a:lstStyle/>
          <a:p>
            <a:r>
              <a:rPr lang="en-US" dirty="0"/>
              <a:t>Click to edit Master title style</a:t>
            </a:r>
          </a:p>
        </p:txBody>
      </p:sp>
      <p:sp>
        <p:nvSpPr>
          <p:cNvPr id="3" name="Text Placeholder 2">
            <a:extLst>
              <a:ext uri="{9D875129-9272-43B3-919F-3EF69DF29A29}">
                <a16:creationId xmlns:a16="http://schemas.microsoft.com/office/drawing/2010/main" xmlns:vt="http://schemas.openxmlformats.org/officeDocument/2006/docPropsVTypes" xmlns:ns1="http://schemas.openxmlformats.org/officeDocument/2006/extended-properties" xmlns:cs="http://schemas.microsoft.com/office/drawing/2012/chartStyle" xmlns:c="http://schemas.openxmlformats.org/drawingml/2006/chart" xmlns="" id="{824EAA27-154D-4019-A1CD-DA59492E5C45}"/>
              </a:ext>
            </a:extLst>
          </p:cNvPr>
          <p:cNvSpPr>
            <a:spLocks noGrp="1"/>
          </p:cNvSpPr>
          <p:nvPr>
            <p:ph type="body" idx="1"/>
          </p:nvPr>
        </p:nvSpPr>
        <p:spPr>
          <a:xfrm>
            <a:off x="762000" y="1428750"/>
            <a:ext cx="7620000" cy="3048000"/>
          </a:xfrm>
          <a:prstGeom prst="rect">
            <a:avLst/>
          </a:prstGeom>
        </p:spPr>
        <p:txBody>
          <a:bodyPr lIns="91440" tIns="9360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Slide Number Placeholder 5">
            <a:extLst>
              <a:ext uri="{018AA252-2A79-4CA6-B503-48A20533B07E}">
                <a16:creationId xmlns:a16="http://schemas.microsoft.com/office/drawing/2010/main" xmlns:vt="http://schemas.openxmlformats.org/officeDocument/2006/docPropsVTypes" xmlns:ns1="http://schemas.openxmlformats.org/officeDocument/2006/extended-properties" xmlns:cs="http://schemas.microsoft.com/office/drawing/2012/chartStyle" xmlns:c="http://schemas.openxmlformats.org/drawingml/2006/chart" xmlns="" id="{1661ED3C-97A0-45CB-9986-B5B8E38D44CD}"/>
              </a:ext>
            </a:extLst>
          </p:cNvPr>
          <p:cNvSpPr>
            <a:spLocks noGrp="1"/>
          </p:cNvSpPr>
          <p:nvPr>
            <p:ph type="sldNum" sz="quarter" idx="4"/>
          </p:nvPr>
        </p:nvSpPr>
        <p:spPr>
          <a:xfrm>
            <a:off x="7767815" y="4695033"/>
            <a:ext cx="613018" cy="285750"/>
          </a:xfrm>
          <a:prstGeom prst="rect">
            <a:avLst/>
          </a:prstGeom>
        </p:spPr>
        <p:txBody>
          <a:bodyPr lIns="91440" tIns="45720" rIns="91440" bIns="45720" rtlCol="0" anchor="ctr"/>
          <a:lstStyle>
            <a:lvl1pPr lvl="0" algn="r">
              <a:defRPr lang="en-US" sz="600" b="0" i="0" dirty="0">
                <a:solidFill>
                  <a:schemeClr val="bg1">
                    <a:lumMod val="50000"/>
                  </a:schemeClr>
                </a:solidFill>
                <a:latin typeface="+mn-lt"/>
              </a:defRPr>
            </a:lvl1pPr>
          </a:lstStyle>
          <a:p>
            <a:r>
              <a:rPr lang="en-US" dirty="0"/>
              <a:t>&lt;#&gt;</a:t>
            </a:r>
          </a:p>
        </p:txBody>
      </p:sp>
      <p:sp>
        <p:nvSpPr>
          <p:cNvPr id="5" name="Footer Placeholder 4">
            <a:extLst>
              <a:ext uri="{B493F383-3689-498F-B816-5E68F5978A66}">
                <a16:creationId xmlns:a16="http://schemas.microsoft.com/office/drawing/2010/main" xmlns:vt="http://schemas.openxmlformats.org/officeDocument/2006/docPropsVTypes" xmlns:ns1="http://schemas.openxmlformats.org/officeDocument/2006/extended-properties" xmlns:cs="http://schemas.microsoft.com/office/drawing/2012/chartStyle" xmlns:c="http://schemas.openxmlformats.org/drawingml/2006/chart" xmlns="" id="{28DC3BD7-E905-47E7-9AC0-39D2F35413E8}"/>
              </a:ext>
            </a:extLst>
          </p:cNvPr>
          <p:cNvSpPr>
            <a:spLocks noGrp="1"/>
          </p:cNvSpPr>
          <p:nvPr>
            <p:ph type="ftr" sz="quarter" idx="3"/>
          </p:nvPr>
        </p:nvSpPr>
        <p:spPr>
          <a:xfrm>
            <a:off x="2495550" y="4686300"/>
            <a:ext cx="5181600" cy="285750"/>
          </a:xfrm>
          <a:prstGeom prst="rect">
            <a:avLst/>
          </a:prstGeom>
        </p:spPr>
        <p:txBody>
          <a:bodyPr lIns="91440" tIns="45720" rIns="91440" bIns="45720" rtlCol="0" anchor="ctr"/>
          <a:lstStyle>
            <a:lvl1pPr lvl="0" algn="ctr">
              <a:defRPr lang="en-US" sz="600" b="0" i="0" dirty="0">
                <a:solidFill>
                  <a:schemeClr val="bg1">
                    <a:lumMod val="50000"/>
                  </a:schemeClr>
                </a:solidFill>
                <a:latin typeface="+mn-lt"/>
              </a:defRPr>
            </a:lvl1pPr>
          </a:lstStyle>
          <a:p>
            <a:r>
              <a:rPr lang="en-US" dirty="0"/>
              <a:t>Footer</a:t>
            </a:r>
          </a:p>
        </p:txBody>
      </p:sp>
      <p:sp>
        <p:nvSpPr>
          <p:cNvPr id="6" name="Date Placeholder 3">
            <a:extLst>
              <a:ext uri="{EE532211-F519-4173-9D2B-6D6028C4FFFE}">
                <a16:creationId xmlns:a16="http://schemas.microsoft.com/office/drawing/2010/main" xmlns:vt="http://schemas.openxmlformats.org/officeDocument/2006/docPropsVTypes" xmlns:ns1="http://schemas.openxmlformats.org/officeDocument/2006/extended-properties" xmlns:cs="http://schemas.microsoft.com/office/drawing/2012/chartStyle" xmlns:c="http://schemas.openxmlformats.org/drawingml/2006/chart" xmlns="" id="{06AD8894-3C1A-4458-A1F3-1CB1902CB6A9}"/>
              </a:ext>
            </a:extLst>
          </p:cNvPr>
          <p:cNvSpPr>
            <a:spLocks noGrp="1"/>
          </p:cNvSpPr>
          <p:nvPr>
            <p:ph type="dt" sz="half" idx="2"/>
          </p:nvPr>
        </p:nvSpPr>
        <p:spPr>
          <a:xfrm>
            <a:off x="762000" y="4695033"/>
            <a:ext cx="1639570" cy="285750"/>
          </a:xfrm>
          <a:prstGeom prst="rect">
            <a:avLst/>
          </a:prstGeom>
        </p:spPr>
        <p:txBody>
          <a:bodyPr lIns="91440" tIns="45720" rIns="91440" bIns="45720" rtlCol="0" anchor="ctr"/>
          <a:lstStyle>
            <a:lvl1pPr lvl="0" algn="l">
              <a:defRPr lang="en-US" sz="600" b="0" i="0" dirty="0">
                <a:solidFill>
                  <a:schemeClr val="bg1">
                    <a:lumMod val="50000"/>
                  </a:schemeClr>
                </a:solidFill>
                <a:latin typeface="+mn-lt"/>
              </a:defRPr>
            </a:lvl1pPr>
          </a:lstStyle>
          <a:p>
            <a:r>
              <a:rPr lang="en-US" dirty="0"/>
              <a:t>Date</a:t>
            </a: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ftr="0" dt="0"/>
  <p:txStyles>
    <p:titleStyle>
      <a:lvl1pPr lvl="0" algn="l" rtl="0">
        <a:lnSpc>
          <a:spcPct val="100000"/>
        </a:lnSpc>
        <a:spcBef>
          <a:spcPct val="0"/>
        </a:spcBef>
        <a:buNone/>
        <a:defRPr lang="en-US" sz="3200" b="1" i="0" dirty="0">
          <a:solidFill>
            <a:schemeClr val="tx1"/>
          </a:solidFill>
          <a:latin typeface="+mj-lt"/>
        </a:defRPr>
      </a:lvl1pPr>
    </p:titleStyle>
    <p:bodyStyle>
      <a:lvl1pPr marL="342900" lvl="0" indent="-342900" algn="l" rtl="0">
        <a:spcBef>
          <a:spcPts val="1200"/>
        </a:spcBef>
        <a:buChar char="•"/>
        <a:defRPr lang="en-US" sz="1600" b="0" i="0" dirty="0">
          <a:solidFill>
            <a:schemeClr val="tx1"/>
          </a:solidFill>
          <a:latin typeface="+mn-lt"/>
        </a:defRPr>
      </a:lvl1pPr>
      <a:lvl2pPr marL="742950" lvl="1" indent="-285750" algn="l" rtl="0">
        <a:spcBef>
          <a:spcPts val="300"/>
        </a:spcBef>
        <a:buChar char="-"/>
        <a:defRPr lang="en-US" sz="1400" b="0" i="0" dirty="0">
          <a:solidFill>
            <a:schemeClr val="bg1">
              <a:lumMod val="50000"/>
            </a:schemeClr>
          </a:solidFill>
          <a:latin typeface="+mn-lt"/>
        </a:defRPr>
      </a:lvl2pPr>
      <a:lvl3pPr marL="1143000" lvl="2" indent="-228600" algn="l" rtl="0">
        <a:spcBef>
          <a:spcPts val="300"/>
        </a:spcBef>
        <a:buChar char="-"/>
        <a:defRPr lang="en-US" sz="1200" b="0" i="0" dirty="0">
          <a:solidFill>
            <a:schemeClr val="bg1">
              <a:lumMod val="50000"/>
            </a:schemeClr>
          </a:solidFill>
          <a:latin typeface="+mn-lt"/>
        </a:defRPr>
      </a:lvl3pPr>
      <a:lvl4pPr marL="1600200" lvl="3" indent="-228600" algn="l" rtl="0">
        <a:spcBef>
          <a:spcPts val="300"/>
        </a:spcBef>
        <a:buChar char="-"/>
        <a:defRPr lang="en-US" sz="1000" b="0" i="0" dirty="0">
          <a:solidFill>
            <a:schemeClr val="bg1">
              <a:lumMod val="50000"/>
            </a:schemeClr>
          </a:solidFill>
          <a:latin typeface="+mn-lt"/>
        </a:defRPr>
      </a:lvl4pPr>
      <a:lvl5pPr marL="2057400" lvl="4" indent="-228600" algn="l" rtl="0">
        <a:spcBef>
          <a:spcPts val="300"/>
        </a:spcBef>
        <a:buChar char="-"/>
        <a:defRPr lang="en-US" sz="900" b="0" i="0" dirty="0">
          <a:solidFill>
            <a:schemeClr val="bg1">
              <a:lumMod val="50000"/>
            </a:schemeClr>
          </a:solidFill>
          <a:latin typeface="+mn-lt"/>
        </a:defRPr>
      </a:lvl5pPr>
      <a:lvl6pPr marL="2514600" lvl="5" indent="-228600" algn="l" rtl="0">
        <a:spcBef>
          <a:spcPct val="20000"/>
        </a:spcBef>
        <a:buChar char="-"/>
        <a:defRPr lang="en-US" sz="900" b="0" i="0" dirty="0">
          <a:solidFill>
            <a:schemeClr val="bg1">
              <a:lumMod val="50000"/>
            </a:schemeClr>
          </a:solidFill>
          <a:latin typeface="+mn-lt"/>
        </a:defRPr>
      </a:lvl6pPr>
      <a:lvl7pPr marL="2971800" lvl="6" indent="-228600" algn="l" rtl="0">
        <a:spcBef>
          <a:spcPct val="20000"/>
        </a:spcBef>
        <a:buChar char="-"/>
        <a:defRPr lang="en-US" sz="900" b="0" i="0" dirty="0">
          <a:solidFill>
            <a:schemeClr val="bg1">
              <a:lumMod val="50000"/>
            </a:schemeClr>
          </a:solidFill>
          <a:latin typeface="+mn-lt"/>
        </a:defRPr>
      </a:lvl7pPr>
      <a:lvl8pPr marL="3429000" lvl="7" indent="-228600" algn="l" rtl="0">
        <a:spcBef>
          <a:spcPct val="20000"/>
        </a:spcBef>
        <a:buChar char="-"/>
        <a:defRPr lang="en-US" sz="900" b="0" i="0" dirty="0">
          <a:solidFill>
            <a:schemeClr val="bg1">
              <a:lumMod val="50000"/>
            </a:schemeClr>
          </a:solidFill>
          <a:latin typeface="+mn-lt"/>
        </a:defRPr>
      </a:lvl8pPr>
      <a:lvl9pPr marL="3886200" lvl="8" indent="-228600" algn="l" rtl="0">
        <a:spcBef>
          <a:spcPct val="20000"/>
        </a:spcBef>
        <a:buChar char="-"/>
        <a:defRPr lang="en-US" sz="900" b="0" i="0" dirty="0">
          <a:solidFill>
            <a:schemeClr val="bg1">
              <a:lumMod val="50000"/>
            </a:schemeClr>
          </a:solidFill>
          <a:latin typeface="+mn-lt"/>
        </a:defRPr>
      </a:lvl9pPr>
    </p:bodyStyle>
    <p:otherStyle>
      <a:lvl1pPr marL="0" lvl="0" algn="l" rtl="0">
        <a:defRPr lang="en-US" sz="1800" dirty="0">
          <a:solidFill>
            <a:schemeClr val="tx1"/>
          </a:solidFill>
          <a:latin typeface="+mn-lt"/>
        </a:defRPr>
      </a:lvl1pPr>
      <a:lvl2pPr marL="457200" lvl="1" algn="l" rtl="0">
        <a:defRPr lang="en-US" sz="1800" dirty="0">
          <a:solidFill>
            <a:schemeClr val="tx1"/>
          </a:solidFill>
          <a:latin typeface="+mn-lt"/>
        </a:defRPr>
      </a:lvl2pPr>
      <a:lvl3pPr marL="914400" lvl="2" algn="l" rtl="0">
        <a:defRPr lang="en-US" sz="1800" dirty="0">
          <a:solidFill>
            <a:schemeClr val="tx1"/>
          </a:solidFill>
          <a:latin typeface="+mn-lt"/>
        </a:defRPr>
      </a:lvl3pPr>
      <a:lvl4pPr marL="1371600" lvl="3" algn="l" rtl="0">
        <a:defRPr lang="en-US" sz="1800" dirty="0">
          <a:solidFill>
            <a:schemeClr val="tx1"/>
          </a:solidFill>
          <a:latin typeface="+mn-lt"/>
        </a:defRPr>
      </a:lvl4pPr>
      <a:lvl5pPr marL="1828800" lvl="4" algn="l" rtl="0">
        <a:defRPr lang="en-US" sz="1800" dirty="0">
          <a:solidFill>
            <a:schemeClr val="tx1"/>
          </a:solidFill>
          <a:latin typeface="+mn-lt"/>
        </a:defRPr>
      </a:lvl5pPr>
      <a:lvl6pPr marL="2286000" lvl="5" algn="l" rtl="0">
        <a:defRPr lang="en-US" sz="1800" dirty="0">
          <a:solidFill>
            <a:schemeClr val="tx1"/>
          </a:solidFill>
          <a:latin typeface="+mn-lt"/>
        </a:defRPr>
      </a:lvl6pPr>
      <a:lvl7pPr marL="2743200" lvl="6" algn="l" rtl="0">
        <a:defRPr lang="en-US" sz="1800" dirty="0">
          <a:solidFill>
            <a:schemeClr val="tx1"/>
          </a:solidFill>
          <a:latin typeface="+mn-lt"/>
        </a:defRPr>
      </a:lvl7pPr>
      <a:lvl8pPr marL="3200400" lvl="7" algn="l" rtl="0">
        <a:defRPr lang="en-US" sz="1800" dirty="0">
          <a:solidFill>
            <a:schemeClr val="tx1"/>
          </a:solidFill>
          <a:latin typeface="+mn-lt"/>
        </a:defRPr>
      </a:lvl8pPr>
      <a:lvl9pPr marL="3657600" lvl="8" algn="l" rtl="0">
        <a:defRPr lang="en-US" sz="1800" dirty="0">
          <a:solidFill>
            <a:schemeClr val="tx1"/>
          </a:solidFill>
          <a:latin typeface="+mn-lt"/>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name="slide1">
    <p:spTree>
      <p:nvGrpSpPr>
        <p:cNvPr id="1" name=""/>
        <p:cNvGrpSpPr/>
        <p:nvPr/>
      </p:nvGrpSpPr>
      <p:grpSpPr>
        <a:xfrm>
          <a:off x="0" y="0"/>
          <a:ext cx="0" cy="0"/>
          <a:chOff x="0" y="0"/>
          <a:chExt cx="0" cy="0"/>
        </a:xfrm>
      </p:grpSpPr>
      <p:sp>
        <p:nvSpPr>
          <p:cNvPr id="2" name="Title 1">
            <a:extLst>
              <a:ext uri="{4F4412D1-ECB4-4F71-8E62-56BD1F0C99AB}">
                <a16:creationId xmlns:a16="http://schemas.microsoft.com/office/drawing/2010/main" xmlns:vt="http://schemas.openxmlformats.org/officeDocument/2006/docPropsVTypes" xmlns:ns1="http://schemas.openxmlformats.org/officeDocument/2006/extended-properties" xmlns:cs="http://schemas.microsoft.com/office/drawing/2012/chartStyle" xmlns:c="http://schemas.openxmlformats.org/drawingml/2006/chart" xmlns="" id="{4F76B89B-17DC-4772-A93A-279E2BA154FB}"/>
              </a:ext>
            </a:extLst>
          </p:cNvPr>
          <p:cNvSpPr>
            <a:spLocks noGrp="1"/>
          </p:cNvSpPr>
          <p:nvPr>
            <p:ph type="title"/>
          </p:nvPr>
        </p:nvSpPr>
        <p:spPr>
          <a:xfrm>
            <a:off x="4036980" y="1083668"/>
            <a:ext cx="4191000" cy="1158087"/>
          </a:xfrm>
        </p:spPr>
        <p:txBody>
          <a:bodyPr rtlCol="0"/>
          <a:lstStyle/>
          <a:p>
            <a:pPr marL="0" indent="0">
              <a:buNone/>
            </a:pPr>
            <a:r>
              <a:rPr lang="en-US" sz="3200" dirty="0">
                <a:solidFill>
                  <a:schemeClr val="tx2"/>
                </a:solidFill>
              </a:rPr>
              <a:t>Analysis of Technical Challenges </a:t>
            </a:r>
          </a:p>
        </p:txBody>
      </p:sp>
      <p:sp>
        <p:nvSpPr>
          <p:cNvPr id="3" name="Subtitle 2">
            <a:extLst>
              <a:ext uri="{F7E28E44-AD4E-462E-80D8-333548EF0B58}">
                <a16:creationId xmlns:a16="http://schemas.microsoft.com/office/drawing/2010/main" xmlns:vt="http://schemas.openxmlformats.org/officeDocument/2006/docPropsVTypes" xmlns:ns1="http://schemas.openxmlformats.org/officeDocument/2006/extended-properties" xmlns:cs="http://schemas.microsoft.com/office/drawing/2012/chartStyle" xmlns:c="http://schemas.openxmlformats.org/drawingml/2006/chart" xmlns="" id="{9F5B0307-3EBC-4D72-BEA8-551A3916DD2B}"/>
              </a:ext>
            </a:extLst>
          </p:cNvPr>
          <p:cNvSpPr>
            <a:spLocks noGrp="1"/>
          </p:cNvSpPr>
          <p:nvPr>
            <p:ph type="subTitle" idx="1"/>
          </p:nvPr>
        </p:nvSpPr>
        <p:spPr>
          <a:xfrm>
            <a:off x="4023083" y="2457450"/>
            <a:ext cx="4191000" cy="947604"/>
          </a:xfrm>
        </p:spPr>
        <p:txBody>
          <a:bodyPr rtlCol="0">
            <a:noAutofit/>
          </a:bodyPr>
          <a:lstStyle/>
          <a:p>
            <a:r>
              <a:rPr lang="en-US" sz="2400" dirty="0"/>
              <a:t> TEAM 13- GROUPBY LEGENDS</a:t>
            </a:r>
          </a:p>
        </p:txBody>
      </p:sp>
    </p:spTree>
    <p:extLst>
      <p:ext uri="{5E8DA7F4-426C-49B5-93C1-91D749BBB40B}">
        <p14:creationId xmlns:p14="http://schemas.microsoft.com/office/powerpoint/2010/main" xmlns:vt="http://schemas.openxmlformats.org/officeDocument/2006/docPropsVTypes" xmlns:ns1="http://schemas.openxmlformats.org/officeDocument/2006/extended-properties" xmlns:cs="http://schemas.microsoft.com/office/drawing/2012/chartStyle" xmlns:c="http://schemas.openxmlformats.org/drawingml/2006/chart" xmlns="" val="176030419534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7">
            <a:extLst>
              <a:ext uri="{0B04DC42-937D-4AC8-8AC0-6B2FC661651C}">
                <a16:creationId xmlns:a16="http://schemas.microsoft.com/office/drawing/2010/main" xmlns:vt="http://schemas.openxmlformats.org/officeDocument/2006/docPropsVTypes" xmlns:ns1="http://schemas.openxmlformats.org/officeDocument/2006/extended-properties" xmlns:cs="http://schemas.microsoft.com/office/drawing/2012/chartStyle" xmlns:c="http://schemas.openxmlformats.org/drawingml/2006/chart" xmlns="" id="{85B1FC22-25BC-44CE-ABE1-6D270005D7B8}"/>
              </a:ext>
            </a:extLst>
          </p:cNvPr>
          <p:cNvSpPr>
            <a:spLocks noGrp="1"/>
          </p:cNvSpPr>
          <p:nvPr>
            <p:ph type="title"/>
          </p:nvPr>
        </p:nvSpPr>
        <p:spPr/>
        <p:txBody>
          <a:bodyPr rtlCol="0"/>
          <a:lstStyle/>
          <a:p>
            <a:r>
              <a:rPr lang="en-US" dirty="0"/>
              <a:t>Understanding of the dataset</a:t>
            </a:r>
          </a:p>
        </p:txBody>
      </p:sp>
      <p:sp>
        <p:nvSpPr>
          <p:cNvPr id="3" name="Content Placeholder 2">
            <a:extLst>
              <a:ext uri="{6BEDE1A7-45D4-45EB-9900-7129A2F4CCC9}">
                <a16:creationId xmlns:a16="http://schemas.microsoft.com/office/drawing/2010/main" xmlns:vt="http://schemas.openxmlformats.org/officeDocument/2006/docPropsVTypes" xmlns:ns1="http://schemas.openxmlformats.org/officeDocument/2006/extended-properties" xmlns:cs="http://schemas.microsoft.com/office/drawing/2012/chartStyle" xmlns:c="http://schemas.openxmlformats.org/drawingml/2006/chart" xmlns="" id="{7285F841-D0AA-460F-BBD1-107F13E6B025}"/>
              </a:ext>
            </a:extLst>
          </p:cNvPr>
          <p:cNvSpPr>
            <a:spLocks noGrp="1"/>
          </p:cNvSpPr>
          <p:nvPr>
            <p:ph idx="1"/>
          </p:nvPr>
        </p:nvSpPr>
        <p:spPr>
          <a:xfrm>
            <a:off x="762000" y="1428750"/>
            <a:ext cx="7620000" cy="3448402"/>
          </a:xfrm>
        </p:spPr>
        <p:txBody>
          <a:bodyPr rtlCol="0">
            <a:normAutofit fontScale="25000" lnSpcReduction="20000"/>
          </a:bodyPr>
          <a:lstStyle/>
          <a:p>
            <a:pPr marL="342900" indent="-342900" algn="just">
              <a:buChar char="•"/>
            </a:pPr>
            <a:r>
              <a:rPr lang="en-US" sz="6000" dirty="0"/>
              <a:t>Firstly it took time for us to understand the dataset and what each and every columns meant. </a:t>
            </a:r>
          </a:p>
          <a:p>
            <a:pPr marL="342900" indent="-342900" algn="just">
              <a:buChar char="•"/>
            </a:pPr>
            <a:r>
              <a:rPr lang="en-US" sz="6000" dirty="0"/>
              <a:t>We had to research and find out the meanings of some of the columns such as </a:t>
            </a:r>
            <a:r>
              <a:rPr lang="en-US" sz="6000" dirty="0" err="1"/>
              <a:t>EDA</a:t>
            </a:r>
            <a:r>
              <a:rPr lang="en-US" sz="6000" dirty="0"/>
              <a:t>(Electro-dermal Activity), </a:t>
            </a:r>
            <a:r>
              <a:rPr lang="en-US" sz="6000" dirty="0" err="1"/>
              <a:t>HeartRate</a:t>
            </a:r>
            <a:r>
              <a:rPr lang="en-US" sz="6000" dirty="0"/>
              <a:t> Variation, IBI(Interbeat Interval). </a:t>
            </a:r>
          </a:p>
          <a:p>
            <a:pPr marL="342900" indent="-342900" algn="just">
              <a:buChar char="•"/>
            </a:pPr>
            <a:r>
              <a:rPr lang="en-US" sz="6000" dirty="0"/>
              <a:t>Then we tried to figure out how these parameters can be used for glucose     variability analysis and how to write queries based on these parameters.</a:t>
            </a:r>
          </a:p>
          <a:p>
            <a:pPr marL="342900" indent="-342900" algn="just">
              <a:buChar char="•"/>
            </a:pPr>
            <a:r>
              <a:rPr lang="en-US" sz="6000" dirty="0"/>
              <a:t>We had a confusion between two columns (</a:t>
            </a:r>
            <a:r>
              <a:rPr lang="en-US" sz="6000" dirty="0" err="1"/>
              <a:t>timeof</a:t>
            </a:r>
            <a:r>
              <a:rPr lang="en-US" sz="6000" dirty="0"/>
              <a:t> and </a:t>
            </a:r>
            <a:r>
              <a:rPr lang="en-US" sz="6000" dirty="0" err="1"/>
              <a:t>timebegin</a:t>
            </a:r>
            <a:r>
              <a:rPr lang="en-US" sz="6000" dirty="0"/>
              <a:t>) in the </a:t>
            </a:r>
            <a:r>
              <a:rPr lang="en-US" sz="6000" dirty="0" err="1"/>
              <a:t>foodlog</a:t>
            </a:r>
            <a:r>
              <a:rPr lang="en-US" sz="6000" dirty="0"/>
              <a:t> table. The two columns </a:t>
            </a:r>
            <a:r>
              <a:rPr lang="en-US" sz="6000" dirty="0" err="1"/>
              <a:t>timeof</a:t>
            </a:r>
            <a:r>
              <a:rPr lang="en-US" sz="6000" dirty="0"/>
              <a:t> and </a:t>
            </a:r>
            <a:r>
              <a:rPr lang="en-US" sz="6000" dirty="0" err="1"/>
              <a:t>timebegin</a:t>
            </a:r>
            <a:r>
              <a:rPr lang="en-US" sz="6000" dirty="0"/>
              <a:t> were exactly same and two had the same set of columns. So we had a confusion whether we can drop the </a:t>
            </a:r>
            <a:r>
              <a:rPr lang="en-US" sz="6000" dirty="0" err="1"/>
              <a:t>timebegin</a:t>
            </a:r>
            <a:r>
              <a:rPr lang="en-US" sz="6000" dirty="0"/>
              <a:t> column. Finally we decided to drop that column. </a:t>
            </a:r>
          </a:p>
          <a:p>
            <a:pPr marL="342900" indent="-342900" algn="just">
              <a:buChar char="•"/>
            </a:pPr>
            <a:r>
              <a:rPr lang="en-US" sz="6000" dirty="0"/>
              <a:t>We were trying to figure out the meaning of </a:t>
            </a:r>
            <a:r>
              <a:rPr lang="en-US" sz="6000" dirty="0" err="1"/>
              <a:t>transmittertime</a:t>
            </a:r>
            <a:r>
              <a:rPr lang="en-US" sz="6000" dirty="0"/>
              <a:t> in the gv_dexcom table and for what purpose it could be used for analysis.</a:t>
            </a:r>
          </a:p>
          <a:p>
            <a:pPr marL="0" indent="0" algn="just">
              <a:buNone/>
            </a:pPr>
            <a:endParaRPr lang="en-US" sz="6000" dirty="0"/>
          </a:p>
          <a:p>
            <a:pPr marL="342900" indent="-342900" algn="just">
              <a:buChar char="•"/>
            </a:pPr>
            <a:endParaRPr lang="en-US" sz="6000" dirty="0"/>
          </a:p>
          <a:p>
            <a:pPr marL="342900" indent="-342900" algn="just">
              <a:buChar char="•"/>
            </a:pPr>
            <a:endParaRPr lang="en-US" sz="6000" dirty="0"/>
          </a:p>
          <a:p>
            <a:pPr marL="0" indent="0">
              <a:buNone/>
            </a:pPr>
            <a:endParaRPr lang="en-US" sz="6000" dirty="0"/>
          </a:p>
          <a:p>
            <a:pPr marL="0" indent="0">
              <a:buNone/>
            </a:pPr>
            <a:endParaRPr lang="en-US" sz="6000" dirty="0"/>
          </a:p>
          <a:p>
            <a:pPr marL="0" indent="0">
              <a:buNone/>
            </a:pPr>
            <a:endParaRPr lang="en-US" sz="6000" dirty="0"/>
          </a:p>
          <a:p>
            <a:pPr marL="0" indent="0">
              <a:buNone/>
            </a:pPr>
            <a:r>
              <a:rPr lang="en-US" dirty="0"/>
              <a:t> </a:t>
            </a:r>
          </a:p>
        </p:txBody>
      </p:sp>
    </p:spTree>
    <p:extLst>
      <p:ext uri="{3A57D36F-5D6A-46FF-9210-CAE5DC5B70D9}">
        <p14:creationId xmlns:p14="http://schemas.microsoft.com/office/powerpoint/2010/main" xmlns:vt="http://schemas.openxmlformats.org/officeDocument/2006/docPropsVTypes" xmlns:ns1="http://schemas.openxmlformats.org/officeDocument/2006/extended-properties" xmlns:cs="http://schemas.microsoft.com/office/drawing/2012/chartStyle" xmlns:c="http://schemas.openxmlformats.org/drawingml/2006/chart" xmlns="" val="176030419534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7">
            <a:extLst>
              <a:ext uri="{C4A1D919-D664-45FA-A234-7142A2A25119}">
                <a16:creationId xmlns:a16="http://schemas.microsoft.com/office/drawing/2010/main" xmlns:vt="http://schemas.openxmlformats.org/officeDocument/2006/docPropsVTypes" xmlns:ns1="http://schemas.openxmlformats.org/officeDocument/2006/extended-properties" xmlns:cs="http://schemas.microsoft.com/office/drawing/2012/chartStyle" xmlns:c="http://schemas.openxmlformats.org/drawingml/2006/chart" xmlns="" id="{B67BAF23-3E5C-4F1E-9D6B-963879BF7930}"/>
              </a:ext>
            </a:extLst>
          </p:cNvPr>
          <p:cNvSpPr>
            <a:spLocks noGrp="1"/>
          </p:cNvSpPr>
          <p:nvPr>
            <p:ph type="title"/>
          </p:nvPr>
        </p:nvSpPr>
        <p:spPr/>
        <p:txBody>
          <a:bodyPr rtlCol="0"/>
          <a:lstStyle/>
          <a:p>
            <a:r>
              <a:rPr lang="en-US" dirty="0"/>
              <a:t>Schema creation</a:t>
            </a:r>
          </a:p>
        </p:txBody>
      </p:sp>
      <p:sp>
        <p:nvSpPr>
          <p:cNvPr id="3" name="Content Placeholder 2">
            <a:extLst>
              <a:ext uri="{5742EBFC-81DF-4ABD-96D6-1FFD6706DF1B}">
                <a16:creationId xmlns:a16="http://schemas.microsoft.com/office/drawing/2010/main" xmlns:vt="http://schemas.openxmlformats.org/officeDocument/2006/docPropsVTypes" xmlns:ns1="http://schemas.openxmlformats.org/officeDocument/2006/extended-properties" xmlns:cs="http://schemas.microsoft.com/office/drawing/2012/chartStyle" xmlns:c="http://schemas.openxmlformats.org/drawingml/2006/chart" xmlns="" id="{1CB83ACB-36FD-4E8F-9583-9A91FBEB6400}"/>
              </a:ext>
            </a:extLst>
          </p:cNvPr>
          <p:cNvSpPr>
            <a:spLocks noGrp="1"/>
          </p:cNvSpPr>
          <p:nvPr>
            <p:ph idx="1"/>
          </p:nvPr>
        </p:nvSpPr>
        <p:spPr/>
        <p:txBody>
          <a:bodyPr rtlCol="0">
            <a:normAutofit/>
          </a:bodyPr>
          <a:lstStyle/>
          <a:p>
            <a:r>
              <a:rPr lang="en-US" dirty="0"/>
              <a:t>The main problem we faced during schema creation was with the changing of </a:t>
            </a:r>
            <a:r>
              <a:rPr lang="en-US" dirty="0" err="1"/>
              <a:t>datatypes</a:t>
            </a:r>
            <a:r>
              <a:rPr lang="en-US" dirty="0"/>
              <a:t> of columns</a:t>
            </a:r>
          </a:p>
          <a:p>
            <a:r>
              <a:rPr lang="en-US" dirty="0"/>
              <a:t>There were many inconsistencies in the </a:t>
            </a:r>
            <a:r>
              <a:rPr lang="en-US" dirty="0" err="1"/>
              <a:t>timeof</a:t>
            </a:r>
            <a:r>
              <a:rPr lang="en-US" dirty="0"/>
              <a:t> column in most of the tables. The date format for was different for some columns and we found it difficult to bring it to a common format in most of the tables.</a:t>
            </a:r>
          </a:p>
          <a:p>
            <a:r>
              <a:rPr lang="en-US" dirty="0"/>
              <a:t>We had to specify each and every combination of date format in our query and then we brought it to a common format of 'yyyy-mm-dd  HH24:MI:SS'</a:t>
            </a:r>
          </a:p>
          <a:p>
            <a:r>
              <a:rPr lang="en-US" dirty="0"/>
              <a:t>Also while changing the datatype of the </a:t>
            </a:r>
            <a:r>
              <a:rPr lang="en-US" dirty="0" err="1"/>
              <a:t>timeof</a:t>
            </a:r>
            <a:r>
              <a:rPr lang="en-US" dirty="0"/>
              <a:t> column, by mistake we ran one alter table command and the format got mistakenly changed to some invalid date format like '0001-01-01 17:00:00 BC' for some of the tables</a:t>
            </a:r>
          </a:p>
        </p:txBody>
      </p:sp>
    </p:spTree>
    <p:extLst>
      <p:ext uri="{10C1A635-3119-4E44-8FB9-E518A61F4AC7}">
        <p14:creationId xmlns:p14="http://schemas.microsoft.com/office/powerpoint/2010/main" xmlns:vt="http://schemas.openxmlformats.org/officeDocument/2006/docPropsVTypes" xmlns:ns1="http://schemas.openxmlformats.org/officeDocument/2006/extended-properties" xmlns:cs="http://schemas.microsoft.com/office/drawing/2012/chartStyle" xmlns:c="http://schemas.openxmlformats.org/drawingml/2006/chart" xmlns="" val="176030419534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7">
            <a:extLst>
              <a:ext uri="{B08E9588-AE6E-4E82-A801-A8B493800B67}">
                <a16:creationId xmlns:a16="http://schemas.microsoft.com/office/drawing/2010/main" xmlns:vt="http://schemas.openxmlformats.org/officeDocument/2006/docPropsVTypes" xmlns:ns1="http://schemas.openxmlformats.org/officeDocument/2006/extended-properties" xmlns:cs="http://schemas.microsoft.com/office/drawing/2012/chartStyle" xmlns:c="http://schemas.openxmlformats.org/drawingml/2006/chart" xmlns="" id="{623647EA-3F4D-4EED-BFA2-AC3F3DF6B53F}"/>
              </a:ext>
            </a:extLst>
          </p:cNvPr>
          <p:cNvSpPr>
            <a:spLocks noGrp="1"/>
          </p:cNvSpPr>
          <p:nvPr>
            <p:ph type="title"/>
          </p:nvPr>
        </p:nvSpPr>
        <p:spPr/>
        <p:txBody>
          <a:bodyPr rtlCol="0"/>
          <a:lstStyle/>
          <a:p>
            <a:r>
              <a:rPr lang="en-US" dirty="0"/>
              <a:t>Schema creation (contd.)</a:t>
            </a:r>
          </a:p>
        </p:txBody>
      </p:sp>
      <p:sp>
        <p:nvSpPr>
          <p:cNvPr id="3" name="Content Placeholder 2">
            <a:extLst>
              <a:ext uri="{4D0A040E-B271-4009-82AB-16C29DB24C0B}">
                <a16:creationId xmlns:a16="http://schemas.microsoft.com/office/drawing/2010/main" xmlns:vt="http://schemas.openxmlformats.org/officeDocument/2006/docPropsVTypes" xmlns:ns1="http://schemas.openxmlformats.org/officeDocument/2006/extended-properties" xmlns:cs="http://schemas.microsoft.com/office/drawing/2012/chartStyle" xmlns:c="http://schemas.openxmlformats.org/drawingml/2006/chart" xmlns="" id="{541AA6D1-1C40-40C5-8EC4-D8738F3E0915}"/>
              </a:ext>
            </a:extLst>
          </p:cNvPr>
          <p:cNvSpPr>
            <a:spLocks noGrp="1"/>
          </p:cNvSpPr>
          <p:nvPr>
            <p:ph idx="1"/>
          </p:nvPr>
        </p:nvSpPr>
        <p:spPr/>
        <p:txBody>
          <a:bodyPr rtlCol="0"/>
          <a:lstStyle/>
          <a:p>
            <a:r>
              <a:rPr lang="en-US" dirty="0"/>
              <a:t>We had forgotten to take the backup of the table and since our date format got changed to a invalid format and when we wanted to get the original format back, we faced a lot of challenge in that. </a:t>
            </a:r>
          </a:p>
          <a:p>
            <a:r>
              <a:rPr lang="en-US" dirty="0"/>
              <a:t>Then, we created a new table again and with the original TEXT datatype and imported the data again from the raw data given to us. During this process we learnt how to import data from one database to another using </a:t>
            </a:r>
            <a:r>
              <a:rPr lang="en-US" dirty="0" err="1"/>
              <a:t>dblink</a:t>
            </a:r>
            <a:r>
              <a:rPr lang="en-US" dirty="0"/>
              <a:t> extension.</a:t>
            </a:r>
          </a:p>
          <a:p>
            <a:r>
              <a:rPr lang="en-US" dirty="0"/>
              <a:t>The learning we got from this is that, before altering any table we have to give a select statement with the desired format to see whether we are getting the correct </a:t>
            </a:r>
            <a:r>
              <a:rPr lang="en-US" dirty="0" err="1"/>
              <a:t>output</a:t>
            </a:r>
            <a:r>
              <a:rPr lang="en-US" dirty="0"/>
              <a:t> and only then we have to alter the table. </a:t>
            </a:r>
          </a:p>
        </p:txBody>
      </p:sp>
    </p:spTree>
    <p:extLst>
      <p:ext uri="{C917B671-D128-484B-9AF9-D10E4277A699}">
        <p14:creationId xmlns:p14="http://schemas.microsoft.com/office/powerpoint/2010/main" xmlns:vt="http://schemas.openxmlformats.org/officeDocument/2006/docPropsVTypes" xmlns:ns1="http://schemas.openxmlformats.org/officeDocument/2006/extended-properties" xmlns:cs="http://schemas.microsoft.com/office/drawing/2012/chartStyle" xmlns:c="http://schemas.openxmlformats.org/drawingml/2006/chart" xmlns="" val="176030419535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7">
            <a:extLst>
              <a:ext uri="{683F1813-892E-4A8D-847C-96A09544ACBC}">
                <a16:creationId xmlns:a16="http://schemas.microsoft.com/office/drawing/2010/main" xmlns:vt="http://schemas.openxmlformats.org/officeDocument/2006/docPropsVTypes" xmlns:ns1="http://schemas.openxmlformats.org/officeDocument/2006/extended-properties" xmlns:cs="http://schemas.microsoft.com/office/drawing/2012/chartStyle" xmlns:c="http://schemas.openxmlformats.org/drawingml/2006/chart" xmlns="" id="{8A367287-4931-4D45-8762-143EFA45FF14}"/>
              </a:ext>
            </a:extLst>
          </p:cNvPr>
          <p:cNvSpPr>
            <a:spLocks noGrp="1"/>
          </p:cNvSpPr>
          <p:nvPr>
            <p:ph type="title"/>
          </p:nvPr>
        </p:nvSpPr>
        <p:spPr/>
        <p:txBody>
          <a:bodyPr rtlCol="0"/>
          <a:lstStyle/>
          <a:p>
            <a:r>
              <a:rPr lang="en-US" dirty="0"/>
              <a:t>Schema creation (contd.)</a:t>
            </a:r>
          </a:p>
        </p:txBody>
      </p:sp>
      <p:sp>
        <p:nvSpPr>
          <p:cNvPr id="3" name="Content Placeholder 2">
            <a:extLst>
              <a:ext uri="{31696E67-C73F-449B-8D74-36147B44E158}">
                <a16:creationId xmlns:a16="http://schemas.microsoft.com/office/drawing/2010/main" xmlns:vt="http://schemas.openxmlformats.org/officeDocument/2006/docPropsVTypes" xmlns:ns1="http://schemas.openxmlformats.org/officeDocument/2006/extended-properties" xmlns:cs="http://schemas.microsoft.com/office/drawing/2012/chartStyle" xmlns:c="http://schemas.openxmlformats.org/drawingml/2006/chart" xmlns="" id="{144B2743-7B84-47A3-9355-EDA7F96FA5D5}"/>
              </a:ext>
            </a:extLst>
          </p:cNvPr>
          <p:cNvSpPr>
            <a:spLocks noGrp="1"/>
          </p:cNvSpPr>
          <p:nvPr>
            <p:ph idx="1"/>
          </p:nvPr>
        </p:nvSpPr>
        <p:spPr>
          <a:xfrm>
            <a:off x="762000" y="1428750"/>
            <a:ext cx="7620000" cy="3438963"/>
          </a:xfrm>
        </p:spPr>
        <p:txBody>
          <a:bodyPr rtlCol="0">
            <a:normAutofit fontScale="25000" lnSpcReduction="20000"/>
          </a:bodyPr>
          <a:lstStyle/>
          <a:p>
            <a:r>
              <a:rPr lang="en-US" sz="6600" dirty="0"/>
              <a:t>For query optimization, we reduced the size of the tables by calculating the minute wise average of the following parameters for the patients</a:t>
            </a:r>
          </a:p>
          <a:p>
            <a:pPr marL="0" indent="0">
              <a:buNone/>
            </a:pPr>
            <a:r>
              <a:rPr lang="en-US" sz="6600" dirty="0"/>
              <a:t>                       1. </a:t>
            </a:r>
            <a:r>
              <a:rPr lang="en-US" sz="6600" dirty="0" err="1"/>
              <a:t>HeartRate</a:t>
            </a:r>
          </a:p>
          <a:p>
            <a:pPr marL="0" indent="0">
              <a:buNone/>
            </a:pPr>
            <a:r>
              <a:rPr lang="en-US" sz="6600" dirty="0"/>
              <a:t>                       2. IBI</a:t>
            </a:r>
          </a:p>
          <a:p>
            <a:pPr marL="0" indent="0">
              <a:buNone/>
            </a:pPr>
            <a:r>
              <a:rPr lang="en-US" sz="6600" dirty="0"/>
              <a:t>                       3. </a:t>
            </a:r>
            <a:r>
              <a:rPr lang="en-US" sz="6600" dirty="0" err="1"/>
              <a:t>EDA</a:t>
            </a:r>
          </a:p>
          <a:p>
            <a:pPr marL="0" indent="0">
              <a:buNone/>
            </a:pPr>
            <a:r>
              <a:rPr lang="en-US" sz="6600" dirty="0"/>
              <a:t>                       4. Temperature.</a:t>
            </a:r>
          </a:p>
          <a:p>
            <a:pPr marL="342900" indent="-342900">
              <a:buChar char="•"/>
            </a:pPr>
            <a:r>
              <a:rPr lang="en-US" sz="6600" dirty="0"/>
              <a:t>Then, we loaded that data into the tables for querying and analysis which helped us in faster retrieval of the data.</a:t>
            </a:r>
          </a:p>
          <a:p>
            <a:pPr marL="342900" indent="-342900">
              <a:buChar char="•"/>
            </a:pPr>
            <a:r>
              <a:rPr lang="en-US" sz="6600" dirty="0"/>
              <a:t>The main challenge overall is we had to spend a long time in finalizing our schema before we could start writing queries.</a:t>
            </a:r>
          </a:p>
          <a:p>
            <a:pPr marL="0" indent="0">
              <a:buNone/>
            </a:pPr>
            <a:endParaRPr lang="en-US" sz="6600" dirty="0"/>
          </a:p>
          <a:p>
            <a:pPr marL="0" indent="0">
              <a:buNone/>
            </a:pPr>
            <a:r>
              <a:rPr lang="en-US" dirty="0"/>
              <a:t> </a:t>
            </a:r>
          </a:p>
        </p:txBody>
      </p:sp>
    </p:spTree>
    <p:extLst>
      <p:ext uri="{8F1AE656-CA46-44A3-B052-04E44D39281D}">
        <p14:creationId xmlns:p14="http://schemas.microsoft.com/office/powerpoint/2010/main" xmlns:vt="http://schemas.openxmlformats.org/officeDocument/2006/docPropsVTypes" xmlns:ns1="http://schemas.openxmlformats.org/officeDocument/2006/extended-properties" xmlns:cs="http://schemas.microsoft.com/office/drawing/2012/chartStyle" xmlns:c="http://schemas.openxmlformats.org/drawingml/2006/chart" xmlns="" val="176030419535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7">
            <a:extLst>
              <a:ext uri="{C887BBBA-D124-441B-A24A-F0EB10256C9F}">
                <a16:creationId xmlns:a16="http://schemas.microsoft.com/office/drawing/2010/main" xmlns:vt="http://schemas.openxmlformats.org/officeDocument/2006/docPropsVTypes" xmlns:ns1="http://schemas.openxmlformats.org/officeDocument/2006/extended-properties" xmlns:cs="http://schemas.microsoft.com/office/drawing/2012/chartStyle" xmlns:c="http://schemas.openxmlformats.org/drawingml/2006/chart" xmlns="" id="{5D582F1E-B91D-4C44-ABB3-A7675D07E137}"/>
              </a:ext>
            </a:extLst>
          </p:cNvPr>
          <p:cNvSpPr>
            <a:spLocks noGrp="1"/>
          </p:cNvSpPr>
          <p:nvPr>
            <p:ph type="title"/>
          </p:nvPr>
        </p:nvSpPr>
        <p:spPr/>
        <p:txBody>
          <a:bodyPr rtlCol="0"/>
          <a:lstStyle/>
          <a:p>
            <a:r>
              <a:rPr lang="en-US" dirty="0" err="1"/>
              <a:t>Duplications</a:t>
            </a:r>
            <a:r>
              <a:rPr lang="en-US" dirty="0"/>
              <a:t> in simple queries</a:t>
            </a:r>
          </a:p>
        </p:txBody>
      </p:sp>
      <p:sp>
        <p:nvSpPr>
          <p:cNvPr id="3" name="Content Placeholder 2">
            <a:extLst>
              <a:ext uri="{D55DF1C3-0DAA-4B64-A5EB-7B15E900EDF9}">
                <a16:creationId xmlns:a16="http://schemas.microsoft.com/office/drawing/2010/main" xmlns:vt="http://schemas.openxmlformats.org/officeDocument/2006/docPropsVTypes" xmlns:ns1="http://schemas.openxmlformats.org/officeDocument/2006/extended-properties" xmlns:cs="http://schemas.microsoft.com/office/drawing/2012/chartStyle" xmlns:c="http://schemas.openxmlformats.org/drawingml/2006/chart" xmlns="" id="{87182883-3437-423E-B74D-6B367CAC8F94}"/>
              </a:ext>
            </a:extLst>
          </p:cNvPr>
          <p:cNvSpPr>
            <a:spLocks noGrp="1"/>
          </p:cNvSpPr>
          <p:nvPr>
            <p:ph idx="1"/>
          </p:nvPr>
        </p:nvSpPr>
        <p:spPr/>
        <p:txBody>
          <a:bodyPr rtlCol="0"/>
          <a:lstStyle/>
          <a:p>
            <a:r>
              <a:rPr lang="en-US" dirty="0"/>
              <a:t>Most of us had written similar kind of simple queries.</a:t>
            </a:r>
          </a:p>
          <a:p>
            <a:r>
              <a:rPr lang="en-US" dirty="0"/>
              <a:t>So we had to remove the duplicate ones and had to think about new queries to replace the duplicate ones</a:t>
            </a:r>
          </a:p>
          <a:p>
            <a:r>
              <a:rPr lang="en-US" dirty="0"/>
              <a:t>Then we thought of newer queries to replace the duplicates and this we had to think and write which was pretty challenging.</a:t>
            </a:r>
          </a:p>
        </p:txBody>
      </p:sp>
    </p:spTree>
    <p:extLst>
      <p:ext uri="{11363FE6-AC9A-43FB-90DB-861C665F2D06}">
        <p14:creationId xmlns:p14="http://schemas.microsoft.com/office/powerpoint/2010/main" xmlns:vt="http://schemas.openxmlformats.org/officeDocument/2006/docPropsVTypes" xmlns:ns1="http://schemas.openxmlformats.org/officeDocument/2006/extended-properties" xmlns:cs="http://schemas.microsoft.com/office/drawing/2012/chartStyle" xmlns:c="http://schemas.openxmlformats.org/drawingml/2006/chart" xmlns="" val="176030419535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7">
            <a:extLst>
              <a:ext uri="{B982ABFD-35DF-4CA8-8613-261C6A28C290}">
                <a16:creationId xmlns:a16="http://schemas.microsoft.com/office/drawing/2010/main" xmlns:vt="http://schemas.openxmlformats.org/officeDocument/2006/docPropsVTypes" xmlns:ns1="http://schemas.openxmlformats.org/officeDocument/2006/extended-properties" xmlns:cs="http://schemas.microsoft.com/office/drawing/2012/chartStyle" xmlns:c="http://schemas.openxmlformats.org/drawingml/2006/chart" xmlns="" id="{4B431B66-2C23-4651-81A5-DF13CBD97E9E}"/>
              </a:ext>
            </a:extLst>
          </p:cNvPr>
          <p:cNvSpPr>
            <a:spLocks noGrp="1"/>
          </p:cNvSpPr>
          <p:nvPr>
            <p:ph type="title"/>
          </p:nvPr>
        </p:nvSpPr>
        <p:spPr/>
        <p:txBody>
          <a:bodyPr rtlCol="0"/>
          <a:lstStyle/>
          <a:p>
            <a:r>
              <a:rPr lang="en-US" dirty="0"/>
              <a:t>Writing of Intermediate level queries</a:t>
            </a:r>
          </a:p>
        </p:txBody>
      </p:sp>
      <p:sp>
        <p:nvSpPr>
          <p:cNvPr id="3" name="Content Placeholder 2">
            <a:extLst>
              <a:ext uri="{00F65FB8-CE86-4BEB-8192-134F1B403190}">
                <a16:creationId xmlns:a16="http://schemas.microsoft.com/office/drawing/2010/main" xmlns:vt="http://schemas.openxmlformats.org/officeDocument/2006/docPropsVTypes" xmlns:ns1="http://schemas.openxmlformats.org/officeDocument/2006/extended-properties" xmlns:cs="http://schemas.microsoft.com/office/drawing/2012/chartStyle" xmlns:c="http://schemas.openxmlformats.org/drawingml/2006/chart" xmlns="" id="{832CA53C-21A4-4DE1-845C-A02D9ADFF1DD}"/>
              </a:ext>
            </a:extLst>
          </p:cNvPr>
          <p:cNvSpPr>
            <a:spLocks noGrp="1"/>
          </p:cNvSpPr>
          <p:nvPr>
            <p:ph idx="1"/>
          </p:nvPr>
        </p:nvSpPr>
        <p:spPr/>
        <p:txBody>
          <a:bodyPr rtlCol="0"/>
          <a:lstStyle/>
          <a:p>
            <a:r>
              <a:rPr lang="en-US" dirty="0"/>
              <a:t>Here our main challenge was that we were trying to figure out how to use the window functions for our analysis. </a:t>
            </a:r>
          </a:p>
          <a:p>
            <a:r>
              <a:rPr lang="en-US" dirty="0"/>
              <a:t>We had to research and find out how we can use some of the window functions such as lead(),lag(),first_value(),last_value(),percentile_cont() and percentile disc().</a:t>
            </a:r>
          </a:p>
          <a:p>
            <a:r>
              <a:rPr lang="en-US" dirty="0"/>
              <a:t>We also referred to our SQL </a:t>
            </a:r>
            <a:r>
              <a:rPr lang="en-US" dirty="0" err="1"/>
              <a:t>bootcamp</a:t>
            </a:r>
            <a:r>
              <a:rPr lang="en-US" dirty="0"/>
              <a:t> videos and tried to write similar queries using some of the above mentioned window functions.</a:t>
            </a:r>
          </a:p>
          <a:p>
            <a:pPr marL="0" indent="0">
              <a:buNone/>
            </a:pPr>
            <a:endParaRPr lang="en-US" dirty="0"/>
          </a:p>
        </p:txBody>
      </p:sp>
    </p:spTree>
    <p:extLst>
      <p:ext uri="{24CAF4C0-FC03-4BD6-9CE6-18168571EF9B}">
        <p14:creationId xmlns:p14="http://schemas.microsoft.com/office/powerpoint/2010/main" xmlns:vt="http://schemas.openxmlformats.org/officeDocument/2006/docPropsVTypes" xmlns:ns1="http://schemas.openxmlformats.org/officeDocument/2006/extended-properties" xmlns:cs="http://schemas.microsoft.com/office/drawing/2012/chartStyle" xmlns:c="http://schemas.openxmlformats.org/drawingml/2006/chart" xmlns="" val="176030419536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7">
            <a:extLst>
              <a:ext uri="{CEE25500-9CD5-4B17-A565-4FCC0A52FEB9}">
                <a16:creationId xmlns:a16="http://schemas.microsoft.com/office/drawing/2010/main" xmlns:vt="http://schemas.openxmlformats.org/officeDocument/2006/docPropsVTypes" xmlns:ns1="http://schemas.openxmlformats.org/officeDocument/2006/extended-properties" xmlns:cs="http://schemas.microsoft.com/office/drawing/2012/chartStyle" xmlns:c="http://schemas.openxmlformats.org/drawingml/2006/chart" xmlns="" id="{16FC8F69-D5C8-4303-8497-5A074306580F}"/>
              </a:ext>
            </a:extLst>
          </p:cNvPr>
          <p:cNvSpPr>
            <a:spLocks noGrp="1"/>
          </p:cNvSpPr>
          <p:nvPr>
            <p:ph type="title"/>
          </p:nvPr>
        </p:nvSpPr>
        <p:spPr/>
        <p:txBody>
          <a:bodyPr rtlCol="0"/>
          <a:lstStyle/>
          <a:p>
            <a:r>
              <a:rPr lang="en-US" dirty="0"/>
              <a:t>Challenges in Advanced level queries</a:t>
            </a:r>
          </a:p>
        </p:txBody>
      </p:sp>
      <p:sp>
        <p:nvSpPr>
          <p:cNvPr id="3" name="Content Placeholder 2">
            <a:extLst>
              <a:ext uri="{0F4F1741-544B-4AD9-A9BD-64C5A2F785D1}">
                <a16:creationId xmlns:a16="http://schemas.microsoft.com/office/drawing/2010/main" xmlns:vt="http://schemas.openxmlformats.org/officeDocument/2006/docPropsVTypes" xmlns:ns1="http://schemas.openxmlformats.org/officeDocument/2006/extended-properties" xmlns:cs="http://schemas.microsoft.com/office/drawing/2012/chartStyle" xmlns:c="http://schemas.openxmlformats.org/drawingml/2006/chart" xmlns="" id="{A741FFE8-BB35-4FA3-82FB-7B5ED0F634D0}"/>
              </a:ext>
            </a:extLst>
          </p:cNvPr>
          <p:cNvSpPr>
            <a:spLocks noGrp="1"/>
          </p:cNvSpPr>
          <p:nvPr>
            <p:ph idx="1"/>
          </p:nvPr>
        </p:nvSpPr>
        <p:spPr/>
        <p:txBody>
          <a:bodyPr rtlCol="0">
            <a:normAutofit fontScale="92500" lnSpcReduction="10000"/>
          </a:bodyPr>
          <a:lstStyle/>
          <a:p>
            <a:r>
              <a:rPr lang="en-US" dirty="0"/>
              <a:t>For advanced level queries, we further reduced the size of the tables by creating smaller tables with the overall average of all the major parameters like glucose,HR,IBI,</a:t>
            </a:r>
            <a:r>
              <a:rPr lang="en-US" dirty="0" err="1"/>
              <a:t>EDA</a:t>
            </a:r>
            <a:r>
              <a:rPr lang="en-US" dirty="0"/>
              <a:t> and Temperature especially for writing stored procedures and functions.</a:t>
            </a:r>
          </a:p>
          <a:p>
            <a:r>
              <a:rPr lang="en-US" dirty="0"/>
              <a:t>We excluded the </a:t>
            </a:r>
            <a:r>
              <a:rPr lang="en-US" dirty="0" err="1"/>
              <a:t>timeof</a:t>
            </a:r>
            <a:r>
              <a:rPr lang="en-US" dirty="0"/>
              <a:t> column in these tables  and kept only three columns instead-</a:t>
            </a:r>
            <a:r>
              <a:rPr lang="en-US" dirty="0" err="1"/>
              <a:t>Patientid</a:t>
            </a:r>
            <a:r>
              <a:rPr lang="en-US" dirty="0"/>
              <a:t>,Gender and the overall average of the health parameter values. </a:t>
            </a:r>
          </a:p>
          <a:p>
            <a:r>
              <a:rPr lang="en-US" dirty="0"/>
              <a:t>But still, we are unsure whether we are allowed to do this way, but we thought of </a:t>
            </a:r>
            <a:r>
              <a:rPr lang="en-US" dirty="0" err="1"/>
              <a:t>proceding</a:t>
            </a:r>
            <a:r>
              <a:rPr lang="en-US" dirty="0"/>
              <a:t> with this method. </a:t>
            </a:r>
          </a:p>
          <a:p>
            <a:r>
              <a:rPr lang="en-US" dirty="0"/>
              <a:t>For some queries, we used window functions inside CTE's. It took a long time for writing these type of queries.</a:t>
            </a:r>
          </a:p>
          <a:p>
            <a:pPr marL="0" indent="0">
              <a:buNone/>
            </a:pPr>
            <a:endParaRPr lang="en-US" dirty="0"/>
          </a:p>
        </p:txBody>
      </p:sp>
    </p:spTree>
    <p:extLst>
      <p:ext uri="{7338B089-DBFB-47E4-AF31-4033E985B561}">
        <p14:creationId xmlns:p14="http://schemas.microsoft.com/office/powerpoint/2010/main" xmlns:vt="http://schemas.openxmlformats.org/officeDocument/2006/docPropsVTypes" xmlns:ns1="http://schemas.openxmlformats.org/officeDocument/2006/extended-properties" xmlns:cs="http://schemas.microsoft.com/office/drawing/2012/chartStyle" xmlns:c="http://schemas.openxmlformats.org/drawingml/2006/chart" xmlns="" val="176030419536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7">
            <a:extLst>
              <a:ext uri="{D6DBC536-124D-4CF1-B665-27737DA9D8A4}">
                <a16:creationId xmlns:a16="http://schemas.microsoft.com/office/drawing/2010/main" xmlns:vt="http://schemas.openxmlformats.org/officeDocument/2006/docPropsVTypes" xmlns:ns1="http://schemas.openxmlformats.org/officeDocument/2006/extended-properties" xmlns:cs="http://schemas.microsoft.com/office/drawing/2012/chartStyle" xmlns:c="http://schemas.openxmlformats.org/drawingml/2006/chart" xmlns="" id="{D0DE4A03-035C-4574-A891-14C0C030AE95}"/>
              </a:ext>
            </a:extLst>
          </p:cNvPr>
          <p:cNvSpPr>
            <a:spLocks noGrp="1"/>
          </p:cNvSpPr>
          <p:nvPr>
            <p:ph type="title"/>
          </p:nvPr>
        </p:nvSpPr>
        <p:spPr/>
        <p:txBody>
          <a:bodyPr rtlCol="0"/>
          <a:lstStyle/>
          <a:p>
            <a:r>
              <a:rPr lang="en-US" dirty="0"/>
              <a:t>Conclusion</a:t>
            </a:r>
          </a:p>
        </p:txBody>
      </p:sp>
      <p:sp>
        <p:nvSpPr>
          <p:cNvPr id="3" name="Content Placeholder 2">
            <a:extLst>
              <a:ext uri="{7CF708F4-8A68-4DF4-9F0F-4AD2E696891C}">
                <a16:creationId xmlns:a16="http://schemas.microsoft.com/office/drawing/2010/main" xmlns:vt="http://schemas.openxmlformats.org/officeDocument/2006/docPropsVTypes" xmlns:ns1="http://schemas.openxmlformats.org/officeDocument/2006/extended-properties" xmlns:cs="http://schemas.microsoft.com/office/drawing/2012/chartStyle" xmlns:c="http://schemas.openxmlformats.org/drawingml/2006/chart" xmlns="" id="{74AC955D-2B2C-4648-A9C6-6DF77DBF8F02}"/>
              </a:ext>
            </a:extLst>
          </p:cNvPr>
          <p:cNvSpPr>
            <a:spLocks noGrp="1"/>
          </p:cNvSpPr>
          <p:nvPr>
            <p:ph idx="1"/>
          </p:nvPr>
        </p:nvSpPr>
        <p:spPr/>
        <p:txBody>
          <a:bodyPr rtlCol="0">
            <a:normAutofit fontScale="92500" lnSpcReduction="20000"/>
          </a:bodyPr>
          <a:lstStyle/>
          <a:p>
            <a:r>
              <a:rPr lang="en-US" dirty="0"/>
              <a:t>Spent long time in understanding the dataset and schema creation which took us a very long time to achieve in the way we wanted it to be.</a:t>
            </a:r>
          </a:p>
          <a:p>
            <a:r>
              <a:rPr lang="en-US" dirty="0"/>
              <a:t>Avoiding repetitive queries </a:t>
            </a:r>
          </a:p>
          <a:p>
            <a:r>
              <a:rPr lang="en-US" dirty="0"/>
              <a:t>Usage of window functions for intermediate level queries</a:t>
            </a:r>
          </a:p>
          <a:p>
            <a:r>
              <a:rPr lang="en-US" dirty="0"/>
              <a:t>Creation of smaller tables for writing stored procedures and functions</a:t>
            </a:r>
          </a:p>
          <a:p>
            <a:r>
              <a:rPr lang="en-US" dirty="0"/>
              <a:t>Could have explored on using indexes and views for query optimization. We came to know about it later on. In future, we will learn to use them to write queries.</a:t>
            </a:r>
          </a:p>
          <a:p>
            <a:pPr marL="0" indent="0">
              <a:buNone/>
            </a:pPr>
            <a:endParaRPr lang="en-US" dirty="0"/>
          </a:p>
          <a:p>
            <a:endParaRPr lang="en-US" dirty="0"/>
          </a:p>
        </p:txBody>
      </p:sp>
    </p:spTree>
    <p:extLst>
      <p:ext uri="{5B51AEC8-C652-40CB-91A2-3C38ECF103C7}">
        <p14:creationId xmlns:p14="http://schemas.microsoft.com/office/powerpoint/2010/main" xmlns:vt="http://schemas.openxmlformats.org/officeDocument/2006/docPropsVTypes" xmlns:ns1="http://schemas.openxmlformats.org/officeDocument/2006/extended-properties" xmlns:cs="http://schemas.microsoft.com/office/drawing/2012/chartStyle" xmlns:c="http://schemas.openxmlformats.org/drawingml/2006/chart" xmlns="" val="176030419537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Box 1">
            <a:extLst>
              <a:ext uri="{25DFD96D-733B-490A-920A-09D9F18C5B3A}">
                <a16:creationId xmlns:a16="http://schemas.microsoft.com/office/drawing/2010/main" xmlns:vt="http://schemas.openxmlformats.org/officeDocument/2006/docPropsVTypes" xmlns:ns1="http://schemas.openxmlformats.org/officeDocument/2006/extended-properties" xmlns:cs="http://schemas.microsoft.com/office/drawing/2012/chartStyle" xmlns:c="http://schemas.openxmlformats.org/drawingml/2006/chart" xmlns="" id="{6D7942DA-720C-4C24-988B-92CD645BF096}"/>
              </a:ext>
            </a:extLst>
          </p:cNvPr>
          <p:cNvSpPr txBox="1"/>
          <p:nvPr/>
        </p:nvSpPr>
        <p:spPr>
          <a:xfrm>
            <a:off x="2688469" y="1938070"/>
            <a:ext cx="4359678" cy="704697"/>
          </a:xfrm>
          <a:prstGeom prst="rect">
            <a:avLst/>
          </a:prstGeom>
        </p:spPr>
        <p:txBody>
          <a:bodyPr lIns="95250" tIns="47625" rIns="95250" bIns="47625" rtlCol="0" anchor="ctr">
            <a:spAutoFit/>
          </a:bodyPr>
          <a:lstStyle/>
          <a:p>
            <a:pPr>
              <a:defRPr lang="en-US" sz="1200" dirty="0"/>
            </a:pPr>
            <a:r>
              <a:rPr lang="en-US" sz="4000" dirty="0">
                <a:solidFill>
                  <a:schemeClr val="accent1"/>
                </a:solidFill>
              </a:rPr>
              <a:t>THANK YOU !!!</a:t>
            </a:r>
          </a:p>
        </p:txBody>
      </p:sp>
    </p:spTree>
    <p:extLst>
      <p:ext uri="{951CFAFF-6922-4932-A0FC-75A83FA5ADBC}">
        <p14:creationId xmlns:p14="http://schemas.microsoft.com/office/powerpoint/2010/main" xmlns:vt="http://schemas.openxmlformats.org/officeDocument/2006/docPropsVTypes" xmlns:ns1="http://schemas.openxmlformats.org/officeDocument/2006/extended-properties" xmlns:cs="http://schemas.microsoft.com/office/drawing/2012/chartStyle" xmlns:c="http://schemas.openxmlformats.org/drawingml/2006/chart" xmlns="" val="1760304195373"/>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WEBFONT4" val="Open Sans-demi_bold"/>
</p:tagLst>
</file>

<file path=ppt/tags/tag2.xml><?xml version="1.0" encoding="utf-8"?>
<p:tagLst xmlns:a="http://schemas.openxmlformats.org/drawingml/2006/main" xmlns:r="http://schemas.openxmlformats.org/officeDocument/2006/relationships" xmlns:p="http://schemas.openxmlformats.org/presentationml/2006/main">
  <p:tag name="FONTWEIGHT:3:0:0" val="6"/>
  <p:tag name="FONTWEIGHT:2:0:0" val="6"/>
</p:tagLst>
</file>

<file path=ppt/tags/tag3.xml><?xml version="1.0" encoding="utf-8"?>
<p:tagLst xmlns:a="http://schemas.openxmlformats.org/drawingml/2006/main" xmlns:r="http://schemas.openxmlformats.org/officeDocument/2006/relationships" xmlns:p="http://schemas.openxmlformats.org/presentationml/2006/main">
  <p:tag name="LAYOUT" val="threePicAndTx"/>
</p:tagLst>
</file>

<file path=ppt/tags/tag4.xml><?xml version="1.0" encoding="utf-8"?>
<p:tagLst xmlns:a="http://schemas.openxmlformats.org/drawingml/2006/main" xmlns:r="http://schemas.openxmlformats.org/officeDocument/2006/relationships" xmlns:p="http://schemas.openxmlformats.org/presentationml/2006/main">
  <p:tag name="LAYOUT" val="fourPic"/>
</p:tagLst>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_rels/theme2.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Edgy">
  <a:themeElements>
    <a:clrScheme name="Edgy">
      <a:dk1>
        <a:srgbClr val="000000"/>
      </a:dk1>
      <a:lt1>
        <a:srgbClr val="FFFFFF"/>
      </a:lt1>
      <a:dk2>
        <a:srgbClr val="071314"/>
      </a:dk2>
      <a:lt2>
        <a:srgbClr val="ECF9FA"/>
      </a:lt2>
      <a:accent1>
        <a:srgbClr val="0961A3"/>
      </a:accent1>
      <a:accent2>
        <a:srgbClr val="54A7DA"/>
      </a:accent2>
      <a:accent3>
        <a:srgbClr val="AADAFB"/>
      </a:accent3>
      <a:accent4>
        <a:srgbClr val="7BAFBA"/>
      </a:accent4>
      <a:accent5>
        <a:srgbClr val="8EB7C1"/>
      </a:accent5>
      <a:accent6>
        <a:srgbClr val="1E7C96"/>
      </a:accent6>
      <a:hlink>
        <a:srgbClr val="0070C0"/>
      </a:hlink>
      <a:folHlink>
        <a:srgbClr val="00B0F0"/>
      </a:folHlink>
    </a:clrScheme>
    <a:fontScheme name="Edgy">
      <a:majorFont>
        <a:latin typeface="Cabin"/>
        <a:ea typeface=""/>
        <a:cs typeface=""/>
      </a:majorFont>
      <a:minorFont>
        <a:latin typeface="Open Sans"/>
        <a:ea typeface=""/>
        <a:cs typeface=""/>
      </a:minorFont>
    </a:fontScheme>
    <a:fmtScheme name="Edgy">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0"/>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a:noFill/>
          <a:prstDash val="solid"/>
        </a:ln>
        <a:ln w="25400" cap="flat">
          <a:solidFill>
            <a:schemeClr val="phClr"/>
          </a:solidFill>
          <a:prstDash val="solid"/>
        </a:ln>
        <a:ln w="38100" cap="flat">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blipFill dpi="0" rotWithShape="1">
          <a:blip xmlns:r="http://schemas.openxmlformats.org/officeDocument/2006/relationships" r:embed="rId1">
            <a:duotone>
              <a:schemeClr val="phClr">
                <a:shade val="10000"/>
                <a:satMod val="400000"/>
              </a:schemeClr>
              <a:schemeClr val="phClr">
                <a:tint val="90000"/>
                <a:satMod val="200000"/>
              </a:schemeClr>
            </a:duotone>
          </a:blip>
          <a:tile tx="0" ty="0" sx="100000" sy="100000" algn="tl"/>
        </a:blipFill>
        <a:gradFill rotWithShape="1">
          <a:gsLst>
            <a:gs pos="0">
              <a:schemeClr val="phClr">
                <a:tint val="80000"/>
                <a:satMod val="300000"/>
              </a:schemeClr>
            </a:gs>
            <a:gs pos="100000">
              <a:schemeClr val="phClr">
                <a:shade val="60000"/>
                <a:satMod val="200000"/>
              </a:schemeClr>
            </a:gs>
          </a:gsLst>
          <a:path path="circle">
            <a:fillToRect l="50000" t="50000" r="50000" b="50000"/>
          </a:path>
        </a:gradFill>
      </a:bgFillStyleLst>
    </a:fmtScheme>
  </a:themeElements>
  <a:objectDefaults>
    <a:spDef>
      <a:spPr/>
      <a:bodyPr rtlCol="0" anchor="ctr"/>
      <a:lstStyle>
        <a:lvl1pPr lvl="0" algn="ctr"/>
      </a:lstStyle>
      <a:style>
        <a:lnRef idx="0">
          <a:scrgbClr r="0" g="0" b="0"/>
        </a:lnRef>
        <a:fillRef idx="1">
          <a:schemeClr val="accent1"/>
        </a:fillRef>
        <a:effectRef idx="0">
          <a:schemeClr val="accent1"/>
        </a:effectRef>
        <a:fontRef idx="none"/>
      </a:style>
    </a:spDef>
    <a:lnDef>
      <a:spPr>
        <a:ln w="19050" cap="flat">
          <a:solidFill>
            <a:schemeClr val="accent1">
              <a:lumMod val="75000"/>
            </a:schemeClr>
          </a:solidFill>
          <a:prstDash val="solid"/>
          <a:round/>
        </a:ln>
      </a:spPr>
      <a:bodyPr rtlCol="0" anchor="ctr"/>
      <a:lstStyle>
        <a:lvl1pPr lvl="0" algn="ctr"/>
      </a:lstStyle>
    </a:lnDef>
  </a:objectDefaults>
  <a:extraClrSchemeLst/>
</a:theme>
</file>

<file path=ppt/theme/theme2.xml><?xml version="1.0" encoding="utf-8"?>
<a:theme xmlns:a="http://schemas.openxmlformats.org/drawingml/2006/main" name="Edgy">
  <a:themeElements>
    <a:clrScheme name="Edgy">
      <a:dk1>
        <a:srgbClr val="000000"/>
      </a:dk1>
      <a:lt1>
        <a:srgbClr val="FFFFFF"/>
      </a:lt1>
      <a:dk2>
        <a:srgbClr val="071314"/>
      </a:dk2>
      <a:lt2>
        <a:srgbClr val="ECF9FA"/>
      </a:lt2>
      <a:accent1>
        <a:srgbClr val="0961A3"/>
      </a:accent1>
      <a:accent2>
        <a:srgbClr val="54A7DA"/>
      </a:accent2>
      <a:accent3>
        <a:srgbClr val="AADAFB"/>
      </a:accent3>
      <a:accent4>
        <a:srgbClr val="7BAFBA"/>
      </a:accent4>
      <a:accent5>
        <a:srgbClr val="8EB7C1"/>
      </a:accent5>
      <a:accent6>
        <a:srgbClr val="1E7C96"/>
      </a:accent6>
      <a:hlink>
        <a:srgbClr val="0070C0"/>
      </a:hlink>
      <a:folHlink>
        <a:srgbClr val="00B0F0"/>
      </a:folHlink>
    </a:clrScheme>
    <a:fontScheme name="Edgy">
      <a:majorFont>
        <a:latin typeface="Cabin"/>
        <a:ea typeface=""/>
        <a:cs typeface=""/>
      </a:majorFont>
      <a:minorFont>
        <a:latin typeface="Open Sans"/>
        <a:ea typeface=""/>
        <a:cs typeface=""/>
      </a:minorFont>
    </a:fontScheme>
    <a:fmtScheme name="Edgy">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0"/>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a:noFill/>
          <a:prstDash val="solid"/>
        </a:ln>
        <a:ln w="25400" cap="flat">
          <a:solidFill>
            <a:schemeClr val="phClr"/>
          </a:solidFill>
          <a:prstDash val="solid"/>
        </a:ln>
        <a:ln w="38100" cap="flat">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blipFill dpi="0" rotWithShape="1">
          <a:blip xmlns:r="http://schemas.openxmlformats.org/officeDocument/2006/relationships" r:embed="rId1">
            <a:duotone>
              <a:schemeClr val="phClr">
                <a:shade val="10000"/>
                <a:satMod val="400000"/>
              </a:schemeClr>
              <a:schemeClr val="phClr">
                <a:tint val="90000"/>
                <a:satMod val="200000"/>
              </a:schemeClr>
            </a:duotone>
          </a:blip>
          <a:tile tx="0" ty="0" sx="100000" sy="100000" algn="tl"/>
        </a:blipFill>
        <a:gradFill rotWithShape="1">
          <a:gsLst>
            <a:gs pos="0">
              <a:schemeClr val="phClr">
                <a:tint val="80000"/>
                <a:satMod val="300000"/>
              </a:schemeClr>
            </a:gs>
            <a:gs pos="100000">
              <a:schemeClr val="phClr">
                <a:shade val="60000"/>
                <a:satMod val="200000"/>
              </a:schemeClr>
            </a:gs>
          </a:gsLst>
          <a:path path="circle">
            <a:fillToRect l="50000" t="50000" r="50000" b="50000"/>
          </a:path>
        </a:gradFill>
      </a:bgFillStyleLst>
    </a:fmtScheme>
  </a:themeElements>
  <a:objectDefaults>
    <a:spDef>
      <a:spPr/>
      <a:bodyPr rtlCol="0" anchor="ctr"/>
      <a:lstStyle>
        <a:lvl1pPr lvl="0" algn="ctr"/>
      </a:lstStyle>
      <a:style>
        <a:lnRef idx="0">
          <a:scrgbClr r="0" g="0" b="0"/>
        </a:lnRef>
        <a:fillRef idx="1">
          <a:schemeClr val="accent1"/>
        </a:fillRef>
        <a:effectRef idx="0">
          <a:schemeClr val="accent1"/>
        </a:effectRef>
        <a:fontRef idx="none"/>
      </a:style>
    </a:spDef>
    <a:lnDef>
      <a:spPr>
        <a:ln w="19050" cap="flat">
          <a:solidFill>
            <a:schemeClr val="accent1">
              <a:lumMod val="75000"/>
            </a:schemeClr>
          </a:solidFill>
          <a:prstDash val="solid"/>
          <a:round/>
        </a:ln>
      </a:spPr>
      <a:bodyPr rtlCol="0" anchor="ctr"/>
      <a:lstStyle>
        <a:lvl1pPr lvl="0" algn="ctr"/>
      </a:lstStyle>
    </a:lnDef>
  </a:objectDefaults>
  <a:extraClrSchemeLst/>
</a:theme>
</file>

<file path=docProps/app.xml><?xml version="1.0" encoding="utf-8"?>
<Properties xmlns="http://schemas.openxmlformats.org/officeDocument/2006/extended-properties" xmlns:vt="http://schemas.openxmlformats.org/officeDocument/2006/docPropsVTypes">
  <TotalTime>0</TotalTime>
  <Words>881</Words>
  <Application>Microsoft Office PowerPoint</Application>
  <PresentationFormat>On-screen Show (16:9)</PresentationFormat>
  <Paragraphs>54</Paragraphs>
  <Slides>10</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10</vt:i4>
      </vt:variant>
    </vt:vector>
  </HeadingPairs>
  <TitlesOfParts>
    <vt:vector size="14" baseType="lpstr">
      <vt:lpstr>Open Sans</vt:lpstr>
      <vt:lpstr>Open Sans-demi_bold</vt:lpstr>
      <vt:lpstr>Cabin</vt:lpstr>
      <vt:lpstr>Edgy</vt:lpstr>
      <vt:lpstr>Analysis of Technical Challenges </vt:lpstr>
      <vt:lpstr>Understanding of the dataset</vt:lpstr>
      <vt:lpstr>Schema creation</vt:lpstr>
      <vt:lpstr>Schema creation (contd.)</vt:lpstr>
      <vt:lpstr>Schema creation (contd.)</vt:lpstr>
      <vt:lpstr>Duplications in simple queries</vt:lpstr>
      <vt:lpstr>Writing of Intermediate level queries</vt:lpstr>
      <vt:lpstr>Challenges in Advanced level queries</vt:lpstr>
      <vt:lpstr>Conclusion</vt:lpstr>
      <vt:lpstr>PowerPoint Presentation</vt:lpstr>
    </vt:vector>
  </TitlesOfParts>
  <Company>Company</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Purnima Chandrasekaran</dc:creator>
  <cp:lastModifiedBy>Purnima Chandrasekaran</cp:lastModifiedBy>
  <cp:revision>1</cp:revision>
  <dcterms:created xsi:type="dcterms:W3CDTF">2025-10-12T12:05:03Z</dcterms:created>
  <dcterms:modified xsi:type="dcterms:W3CDTF">2025-10-12T21:24:47Z</dcterms:modified>
</cp:coreProperties>
</file>