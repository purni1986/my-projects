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embeddedFontLst>
    <p:embeddedFont>
      <p:font typeface="Helvetica Neue" panose="020B0604020202020204" charset="0"/>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6" roundtripDataSignature="AMtx7mjtlgyYpfIEsIaY7z6qS5joR2g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658" y="28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presProps" Target="presProps.xml"/><Relationship Id="rId2" Type="http://schemas.openxmlformats.org/officeDocument/2006/relationships/slide" Target="slides/slide1.xml"/><Relationship Id="rId16" Type="http://customschemas.google.com/relationships/presentationmetadata" Target="meta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0" Type="http://schemas.openxmlformats.org/officeDocument/2006/relationships/font" Target="fonts/font1.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6" name="Google Shape;196;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7" name="Google Shape;197;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3a27f525b5e_1_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3a27f525b5e_1_5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7" name="Google Shape;207;g3a27f525b5e_1_52: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5" name="Google Shape;21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16" name="Google Shape;21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7" name="Google Shape;22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3a26db39108_0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1" name="Google Shape;241;g3a26db39108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2" name="Google Shape;242;g3a26db39108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3a27f525b5e_1_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3a27f525b5e_1_4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2" name="Google Shape;252;g3a27f525b5e_1_45: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1" name="Google Shape;261;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2" name="Google Shape;262;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p:cSld name="Title">
    <p:spTree>
      <p:nvGrpSpPr>
        <p:cNvPr id="1" name="Shape 19"/>
        <p:cNvGrpSpPr/>
        <p:nvPr/>
      </p:nvGrpSpPr>
      <p:grpSpPr>
        <a:xfrm>
          <a:off x="0" y="0"/>
          <a:ext cx="0" cy="0"/>
          <a:chOff x="0" y="0"/>
          <a:chExt cx="0" cy="0"/>
        </a:xfrm>
      </p:grpSpPr>
      <p:grpSp>
        <p:nvGrpSpPr>
          <p:cNvPr id="20" name="Google Shape;20;p15"/>
          <p:cNvGrpSpPr/>
          <p:nvPr/>
        </p:nvGrpSpPr>
        <p:grpSpPr>
          <a:xfrm>
            <a:off x="-1524" y="708954"/>
            <a:ext cx="12193527" cy="5463894"/>
            <a:chOff x="-1524" y="708954"/>
            <a:chExt cx="12193527" cy="5463894"/>
          </a:xfrm>
        </p:grpSpPr>
        <p:sp>
          <p:nvSpPr>
            <p:cNvPr id="21" name="Google Shape;21;p15"/>
            <p:cNvSpPr/>
            <p:nvPr/>
          </p:nvSpPr>
          <p:spPr>
            <a:xfrm>
              <a:off x="-1524" y="709613"/>
              <a:ext cx="12192000" cy="5463235"/>
            </a:xfrm>
            <a:prstGeom prst="rect">
              <a:avLst/>
            </a:prstGeom>
            <a:solidFill>
              <a:schemeClr val="accent3">
                <a:alpha val="2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pic>
          <p:nvPicPr>
            <p:cNvPr id="22" name="Google Shape;22;p15"/>
            <p:cNvPicPr preferRelativeResize="0"/>
            <p:nvPr/>
          </p:nvPicPr>
          <p:blipFill rotWithShape="1">
            <a:blip r:embed="rId2">
              <a:alphaModFix/>
            </a:blip>
            <a:srcRect l="43670" t="-7182" r="-9886" b="52046"/>
            <a:stretch/>
          </p:blipFill>
          <p:spPr>
            <a:xfrm>
              <a:off x="-1" y="1162050"/>
              <a:ext cx="5568949" cy="5009032"/>
            </a:xfrm>
            <a:prstGeom prst="rect">
              <a:avLst/>
            </a:prstGeom>
            <a:noFill/>
            <a:ln>
              <a:noFill/>
            </a:ln>
          </p:spPr>
        </p:pic>
        <p:pic>
          <p:nvPicPr>
            <p:cNvPr id="23" name="Google Shape;23;p15"/>
            <p:cNvPicPr preferRelativeResize="0"/>
            <p:nvPr/>
          </p:nvPicPr>
          <p:blipFill rotWithShape="1">
            <a:blip r:embed="rId2">
              <a:alphaModFix/>
            </a:blip>
            <a:srcRect l="256" t="-7183" r="44925" b="48898"/>
            <a:stretch/>
          </p:blipFill>
          <p:spPr>
            <a:xfrm rot="-5400000">
              <a:off x="7239292" y="366674"/>
              <a:ext cx="4610430" cy="5294991"/>
            </a:xfrm>
            <a:prstGeom prst="rect">
              <a:avLst/>
            </a:prstGeom>
            <a:noFill/>
            <a:ln>
              <a:noFill/>
            </a:ln>
          </p:spPr>
        </p:pic>
      </p:grpSp>
      <p:cxnSp>
        <p:nvCxnSpPr>
          <p:cNvPr id="24" name="Google Shape;24;p15"/>
          <p:cNvCxnSpPr/>
          <p:nvPr/>
        </p:nvCxnSpPr>
        <p:spPr>
          <a:xfrm rot="10800000">
            <a:off x="11496184" y="561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25" name="Google Shape;25;p15"/>
          <p:cNvCxnSpPr/>
          <p:nvPr/>
        </p:nvCxnSpPr>
        <p:spPr>
          <a:xfrm>
            <a:off x="1524" y="6172200"/>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26" name="Google Shape;26;p15"/>
          <p:cNvCxnSpPr/>
          <p:nvPr/>
        </p:nvCxnSpPr>
        <p:spPr>
          <a:xfrm>
            <a:off x="0" y="708956"/>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27" name="Google Shape;27;p15"/>
          <p:cNvCxnSpPr/>
          <p:nvPr/>
        </p:nvCxnSpPr>
        <p:spPr>
          <a:xfrm rot="10800000">
            <a:off x="694828"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28" name="Google Shape;28;p15"/>
          <p:cNvCxnSpPr/>
          <p:nvPr/>
        </p:nvCxnSpPr>
        <p:spPr>
          <a:xfrm>
            <a:off x="0" y="616429"/>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29" name="Google Shape;29;p15"/>
          <p:cNvCxnSpPr/>
          <p:nvPr/>
        </p:nvCxnSpPr>
        <p:spPr>
          <a:xfrm>
            <a:off x="0" y="6279680"/>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30" name="Google Shape;30;p15"/>
          <p:cNvCxnSpPr/>
          <p:nvPr/>
        </p:nvCxnSpPr>
        <p:spPr>
          <a:xfrm rot="10800000">
            <a:off x="11605041"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31" name="Google Shape;31;p15"/>
          <p:cNvCxnSpPr/>
          <p:nvPr/>
        </p:nvCxnSpPr>
        <p:spPr>
          <a:xfrm rot="10800000">
            <a:off x="586958" y="0"/>
            <a:ext cx="0" cy="6858000"/>
          </a:xfrm>
          <a:prstGeom prst="straightConnector1">
            <a:avLst/>
          </a:prstGeom>
          <a:noFill/>
          <a:ln w="9525" cap="rnd" cmpd="sng">
            <a:solidFill>
              <a:schemeClr val="accent3"/>
            </a:solidFill>
            <a:prstDash val="dash"/>
            <a:miter lim="800000"/>
            <a:headEnd type="none" w="sm" len="sm"/>
            <a:tailEnd type="none" w="sm" len="sm"/>
          </a:ln>
        </p:spPr>
      </p:cxnSp>
      <p:sp>
        <p:nvSpPr>
          <p:cNvPr id="32" name="Google Shape;32;p15"/>
          <p:cNvSpPr txBox="1">
            <a:spLocks noGrp="1"/>
          </p:cNvSpPr>
          <p:nvPr>
            <p:ph type="title"/>
          </p:nvPr>
        </p:nvSpPr>
        <p:spPr>
          <a:xfrm>
            <a:off x="1828932" y="1115167"/>
            <a:ext cx="8534136" cy="4655385"/>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2"/>
              </a:buClr>
              <a:buSzPts val="7200"/>
              <a:buFont typeface="Arial"/>
              <a:buNone/>
              <a:defRPr sz="7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33"/>
        <p:cNvGrpSpPr/>
        <p:nvPr/>
      </p:nvGrpSpPr>
      <p:grpSpPr>
        <a:xfrm>
          <a:off x="0" y="0"/>
          <a:ext cx="0" cy="0"/>
          <a:chOff x="0" y="0"/>
          <a:chExt cx="0" cy="0"/>
        </a:xfrm>
      </p:grpSpPr>
      <p:sp>
        <p:nvSpPr>
          <p:cNvPr id="34" name="Google Shape;34;p16"/>
          <p:cNvSpPr/>
          <p:nvPr/>
        </p:nvSpPr>
        <p:spPr>
          <a:xfrm>
            <a:off x="3048" y="2138289"/>
            <a:ext cx="12188952" cy="4033912"/>
          </a:xfrm>
          <a:prstGeom prst="rect">
            <a:avLst/>
          </a:prstGeom>
          <a:solidFill>
            <a:schemeClr val="accent3">
              <a:alpha val="20000"/>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35" name="Google Shape;35;p16"/>
          <p:cNvPicPr preferRelativeResize="0"/>
          <p:nvPr/>
        </p:nvPicPr>
        <p:blipFill rotWithShape="1">
          <a:blip r:embed="rId2">
            <a:alphaModFix/>
          </a:blip>
          <a:srcRect t="27860" r="37853" b="27737"/>
          <a:stretch/>
        </p:blipFill>
        <p:spPr>
          <a:xfrm>
            <a:off x="6962087" y="2143124"/>
            <a:ext cx="5226865" cy="4033839"/>
          </a:xfrm>
          <a:prstGeom prst="rect">
            <a:avLst/>
          </a:prstGeom>
          <a:noFill/>
          <a:ln>
            <a:noFill/>
          </a:ln>
        </p:spPr>
      </p:pic>
      <p:sp>
        <p:nvSpPr>
          <p:cNvPr id="36" name="Google Shape;36;p16"/>
          <p:cNvSpPr txBox="1">
            <a:spLocks noGrp="1"/>
          </p:cNvSpPr>
          <p:nvPr>
            <p:ph type="title"/>
          </p:nvPr>
        </p:nvSpPr>
        <p:spPr>
          <a:xfrm>
            <a:off x="422177" y="365125"/>
            <a:ext cx="10778937"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16"/>
          <p:cNvSpPr txBox="1">
            <a:spLocks noGrp="1"/>
          </p:cNvSpPr>
          <p:nvPr>
            <p:ph type="body" idx="1"/>
          </p:nvPr>
        </p:nvSpPr>
        <p:spPr>
          <a:xfrm>
            <a:off x="422899" y="2350108"/>
            <a:ext cx="10778221" cy="3609461"/>
          </a:xfrm>
          <a:prstGeom prst="rect">
            <a:avLst/>
          </a:prstGeom>
          <a:noFill/>
          <a:ln>
            <a:noFill/>
          </a:ln>
        </p:spPr>
        <p:txBody>
          <a:bodyPr spcFirstLastPara="1" wrap="square" lIns="91425" tIns="45700" rIns="91425" bIns="45700" anchor="ctr" anchorCtr="0">
            <a:normAutofit/>
          </a:bodyPr>
          <a:lstStyle>
            <a:lvl1pPr marL="457200" lvl="0" indent="-228600" algn="l">
              <a:lnSpc>
                <a:spcPct val="110000"/>
              </a:lnSpc>
              <a:spcBef>
                <a:spcPts val="1000"/>
              </a:spcBef>
              <a:spcAft>
                <a:spcPts val="0"/>
              </a:spcAft>
              <a:buSzPts val="2400"/>
              <a:buNone/>
              <a:defRPr sz="2400"/>
            </a:lvl1pPr>
            <a:lvl2pPr marL="914400" lvl="1" indent="-381000" algn="l">
              <a:lnSpc>
                <a:spcPct val="110000"/>
              </a:lnSpc>
              <a:spcBef>
                <a:spcPts val="500"/>
              </a:spcBef>
              <a:spcAft>
                <a:spcPts val="0"/>
              </a:spcAft>
              <a:buSzPts val="2400"/>
              <a:buChar char="⬩"/>
              <a:defRPr sz="2400"/>
            </a:lvl2pPr>
            <a:lvl3pPr marL="1371600" lvl="2" indent="-381000" algn="l">
              <a:lnSpc>
                <a:spcPct val="110000"/>
              </a:lnSpc>
              <a:spcBef>
                <a:spcPts val="500"/>
              </a:spcBef>
              <a:spcAft>
                <a:spcPts val="0"/>
              </a:spcAft>
              <a:buSzPts val="2400"/>
              <a:buChar char="⬩"/>
              <a:defRPr sz="2400"/>
            </a:lvl3pPr>
            <a:lvl4pPr marL="1828800" lvl="3" indent="-381000" algn="l">
              <a:lnSpc>
                <a:spcPct val="110000"/>
              </a:lnSpc>
              <a:spcBef>
                <a:spcPts val="500"/>
              </a:spcBef>
              <a:spcAft>
                <a:spcPts val="0"/>
              </a:spcAft>
              <a:buSzPts val="2400"/>
              <a:buChar char="⬩"/>
              <a:defRPr sz="2400"/>
            </a:lvl4pPr>
            <a:lvl5pPr marL="2286000" lvl="4" indent="-355600" algn="l">
              <a:lnSpc>
                <a:spcPct val="110000"/>
              </a:lnSpc>
              <a:spcBef>
                <a:spcPts val="500"/>
              </a:spcBef>
              <a:spcAft>
                <a:spcPts val="0"/>
              </a:spcAft>
              <a:buSzPts val="2000"/>
              <a:buChar char="⬩"/>
              <a:defRPr sz="20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38" name="Google Shape;38;p16"/>
          <p:cNvCxnSpPr/>
          <p:nvPr/>
        </p:nvCxnSpPr>
        <p:spPr>
          <a:xfrm rot="10800000">
            <a:off x="11496184" y="5610"/>
            <a:ext cx="0" cy="6858000"/>
          </a:xfrm>
          <a:prstGeom prst="straightConnector1">
            <a:avLst/>
          </a:prstGeom>
          <a:noFill/>
          <a:ln w="9525" cap="rnd" cmpd="sng">
            <a:solidFill>
              <a:schemeClr val="accent3"/>
            </a:solidFill>
            <a:prstDash val="dash"/>
            <a:miter lim="800000"/>
            <a:headEnd type="none" w="sm" len="sm"/>
            <a:tailEnd type="none" w="sm" len="sm"/>
          </a:ln>
        </p:spPr>
      </p:cxnSp>
      <p:sp>
        <p:nvSpPr>
          <p:cNvPr id="39" name="Google Shape;39;p16"/>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40" name="Google Shape;40;p16"/>
          <p:cNvCxnSpPr/>
          <p:nvPr/>
        </p:nvCxnSpPr>
        <p:spPr>
          <a:xfrm>
            <a:off x="0" y="2138288"/>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41" name="Google Shape;41;p16"/>
          <p:cNvCxnSpPr/>
          <p:nvPr/>
        </p:nvCxnSpPr>
        <p:spPr>
          <a:xfrm>
            <a:off x="0" y="2045761"/>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42" name="Google Shape;42;p16"/>
          <p:cNvCxnSpPr/>
          <p:nvPr/>
        </p:nvCxnSpPr>
        <p:spPr>
          <a:xfrm>
            <a:off x="0" y="6264727"/>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43" name="Google Shape;43;p16"/>
          <p:cNvCxnSpPr/>
          <p:nvPr/>
        </p:nvCxnSpPr>
        <p:spPr>
          <a:xfrm>
            <a:off x="0" y="6172200"/>
            <a:ext cx="12192000" cy="0"/>
          </a:xfrm>
          <a:prstGeom prst="straightConnector1">
            <a:avLst/>
          </a:prstGeom>
          <a:noFill/>
          <a:ln w="9525" cap="rnd" cmpd="sng">
            <a:solidFill>
              <a:schemeClr val="accent3"/>
            </a:solidFill>
            <a:prstDash val="dash"/>
            <a:miter lim="800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0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break">
  <p:cSld name="Section break">
    <p:spTree>
      <p:nvGrpSpPr>
        <p:cNvPr id="1" name="Shape 44"/>
        <p:cNvGrpSpPr/>
        <p:nvPr/>
      </p:nvGrpSpPr>
      <p:grpSpPr>
        <a:xfrm>
          <a:off x="0" y="0"/>
          <a:ext cx="0" cy="0"/>
          <a:chOff x="0" y="0"/>
          <a:chExt cx="0" cy="0"/>
        </a:xfrm>
      </p:grpSpPr>
      <p:sp>
        <p:nvSpPr>
          <p:cNvPr id="45" name="Google Shape;45;p17"/>
          <p:cNvSpPr txBox="1">
            <a:spLocks noGrp="1"/>
          </p:cNvSpPr>
          <p:nvPr>
            <p:ph type="ctrTitle"/>
          </p:nvPr>
        </p:nvSpPr>
        <p:spPr>
          <a:xfrm>
            <a:off x="422897" y="576263"/>
            <a:ext cx="5646541" cy="330449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7"/>
          <p:cNvSpPr/>
          <p:nvPr/>
        </p:nvSpPr>
        <p:spPr>
          <a:xfrm>
            <a:off x="6483096" y="1"/>
            <a:ext cx="5013088" cy="6857999"/>
          </a:xfrm>
          <a:prstGeom prst="rect">
            <a:avLst/>
          </a:prstGeom>
          <a:solidFill>
            <a:schemeClr val="accent3">
              <a:alpha val="2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47" name="Google Shape;47;p17"/>
          <p:cNvCxnSpPr/>
          <p:nvPr/>
        </p:nvCxnSpPr>
        <p:spPr>
          <a:xfrm rot="10800000">
            <a:off x="11605041"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48" name="Google Shape;48;p17"/>
          <p:cNvCxnSpPr/>
          <p:nvPr/>
        </p:nvCxnSpPr>
        <p:spPr>
          <a:xfrm rot="10800000">
            <a:off x="6483096"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49" name="Google Shape;49;p17"/>
          <p:cNvCxnSpPr/>
          <p:nvPr/>
        </p:nvCxnSpPr>
        <p:spPr>
          <a:xfrm rot="10800000">
            <a:off x="6363569" y="0"/>
            <a:ext cx="0" cy="6858000"/>
          </a:xfrm>
          <a:prstGeom prst="straightConnector1">
            <a:avLst/>
          </a:prstGeom>
          <a:noFill/>
          <a:ln w="9525" cap="rnd" cmpd="sng">
            <a:solidFill>
              <a:schemeClr val="accent3"/>
            </a:solidFill>
            <a:prstDash val="dash"/>
            <a:miter lim="800000"/>
            <a:headEnd type="none" w="sm" len="sm"/>
            <a:tailEnd type="none" w="sm" len="sm"/>
          </a:ln>
        </p:spPr>
      </p:cxnSp>
      <p:sp>
        <p:nvSpPr>
          <p:cNvPr id="50" name="Google Shape;50;p17"/>
          <p:cNvSpPr txBox="1">
            <a:spLocks noGrp="1"/>
          </p:cNvSpPr>
          <p:nvPr>
            <p:ph type="body" idx="1"/>
          </p:nvPr>
        </p:nvSpPr>
        <p:spPr>
          <a:xfrm>
            <a:off x="422275" y="4148138"/>
            <a:ext cx="5673726" cy="152876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pic>
        <p:nvPicPr>
          <p:cNvPr id="51" name="Google Shape;51;p17"/>
          <p:cNvPicPr preferRelativeResize="0"/>
          <p:nvPr/>
        </p:nvPicPr>
        <p:blipFill rotWithShape="1">
          <a:blip r:embed="rId2">
            <a:alphaModFix/>
          </a:blip>
          <a:srcRect l="12249" t="13423" r="28017" b="11087"/>
          <a:stretch/>
        </p:blipFill>
        <p:spPr>
          <a:xfrm>
            <a:off x="6472427" y="0"/>
            <a:ext cx="5023757" cy="68580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Introduction 1">
  <p:cSld name="Introduction 1">
    <p:spTree>
      <p:nvGrpSpPr>
        <p:cNvPr id="1" name="Shape 52"/>
        <p:cNvGrpSpPr/>
        <p:nvPr/>
      </p:nvGrpSpPr>
      <p:grpSpPr>
        <a:xfrm>
          <a:off x="0" y="0"/>
          <a:ext cx="0" cy="0"/>
          <a:chOff x="0" y="0"/>
          <a:chExt cx="0" cy="0"/>
        </a:xfrm>
      </p:grpSpPr>
      <p:sp>
        <p:nvSpPr>
          <p:cNvPr id="53" name="Google Shape;53;p18"/>
          <p:cNvSpPr/>
          <p:nvPr/>
        </p:nvSpPr>
        <p:spPr>
          <a:xfrm>
            <a:off x="10744200" y="1"/>
            <a:ext cx="751984" cy="6857999"/>
          </a:xfrm>
          <a:prstGeom prst="rect">
            <a:avLst/>
          </a:prstGeom>
          <a:solidFill>
            <a:schemeClr val="accent3">
              <a:alpha val="2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pic>
        <p:nvPicPr>
          <p:cNvPr id="54" name="Google Shape;54;p18"/>
          <p:cNvPicPr preferRelativeResize="0"/>
          <p:nvPr/>
        </p:nvPicPr>
        <p:blipFill rotWithShape="1">
          <a:blip r:embed="rId2">
            <a:alphaModFix/>
          </a:blip>
          <a:srcRect l="41796" t="12194" r="49125" b="12256"/>
          <a:stretch/>
        </p:blipFill>
        <p:spPr>
          <a:xfrm>
            <a:off x="10732660" y="-5609"/>
            <a:ext cx="763524" cy="6863608"/>
          </a:xfrm>
          <a:prstGeom prst="rect">
            <a:avLst/>
          </a:prstGeom>
          <a:noFill/>
          <a:ln>
            <a:noFill/>
          </a:ln>
        </p:spPr>
      </p:pic>
      <p:sp>
        <p:nvSpPr>
          <p:cNvPr id="55" name="Google Shape;55;p18"/>
          <p:cNvSpPr txBox="1">
            <a:spLocks noGrp="1"/>
          </p:cNvSpPr>
          <p:nvPr>
            <p:ph type="title"/>
          </p:nvPr>
        </p:nvSpPr>
        <p:spPr>
          <a:xfrm>
            <a:off x="422178" y="365125"/>
            <a:ext cx="9733538"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18"/>
          <p:cNvSpPr txBox="1">
            <a:spLocks noGrp="1"/>
          </p:cNvSpPr>
          <p:nvPr>
            <p:ph type="body" idx="1"/>
          </p:nvPr>
        </p:nvSpPr>
        <p:spPr>
          <a:xfrm>
            <a:off x="419106" y="2198915"/>
            <a:ext cx="9741183" cy="3345316"/>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500"/>
              </a:spcBef>
              <a:spcAft>
                <a:spcPts val="0"/>
              </a:spcAft>
              <a:buSzPts val="1800"/>
              <a:buChar char="⬩"/>
              <a:defRPr sz="1800"/>
            </a:lvl2pPr>
            <a:lvl3pPr marL="1371600" lvl="2" indent="-342900" algn="l">
              <a:lnSpc>
                <a:spcPct val="110000"/>
              </a:lnSpc>
              <a:spcBef>
                <a:spcPts val="500"/>
              </a:spcBef>
              <a:spcAft>
                <a:spcPts val="0"/>
              </a:spcAft>
              <a:buSzPts val="1800"/>
              <a:buChar char="⬩"/>
              <a:defRPr sz="1800"/>
            </a:lvl3pPr>
            <a:lvl4pPr marL="1828800" lvl="3" indent="-342900" algn="l">
              <a:lnSpc>
                <a:spcPct val="110000"/>
              </a:lnSpc>
              <a:spcBef>
                <a:spcPts val="500"/>
              </a:spcBef>
              <a:spcAft>
                <a:spcPts val="0"/>
              </a:spcAft>
              <a:buSzPts val="1800"/>
              <a:buChar char="⬩"/>
              <a:defRPr sz="1800"/>
            </a:lvl4pPr>
            <a:lvl5pPr marL="2286000" lvl="4" indent="-342900" algn="l">
              <a:lnSpc>
                <a:spcPct val="110000"/>
              </a:lnSpc>
              <a:spcBef>
                <a:spcPts val="5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57" name="Google Shape;57;p18"/>
          <p:cNvCxnSpPr/>
          <p:nvPr/>
        </p:nvCxnSpPr>
        <p:spPr>
          <a:xfrm rot="10800000">
            <a:off x="11496184" y="561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58" name="Google Shape;58;p18"/>
          <p:cNvCxnSpPr/>
          <p:nvPr/>
        </p:nvCxnSpPr>
        <p:spPr>
          <a:xfrm>
            <a:off x="1524" y="6172200"/>
            <a:ext cx="12192000" cy="0"/>
          </a:xfrm>
          <a:prstGeom prst="straightConnector1">
            <a:avLst/>
          </a:prstGeom>
          <a:noFill/>
          <a:ln w="9525" cap="rnd" cmpd="sng">
            <a:solidFill>
              <a:schemeClr val="accent3"/>
            </a:solidFill>
            <a:prstDash val="dash"/>
            <a:miter lim="800000"/>
            <a:headEnd type="none" w="sm" len="sm"/>
            <a:tailEnd type="none" w="sm" len="sm"/>
          </a:ln>
        </p:spPr>
      </p:cxnSp>
      <p:sp>
        <p:nvSpPr>
          <p:cNvPr id="59" name="Google Shape;59;p18"/>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cxnSp>
        <p:nvCxnSpPr>
          <p:cNvPr id="60" name="Google Shape;60;p18"/>
          <p:cNvCxnSpPr/>
          <p:nvPr/>
        </p:nvCxnSpPr>
        <p:spPr>
          <a:xfrm rot="10800000">
            <a:off x="11605041"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61" name="Google Shape;61;p18"/>
          <p:cNvCxnSpPr/>
          <p:nvPr/>
        </p:nvCxnSpPr>
        <p:spPr>
          <a:xfrm rot="10800000">
            <a:off x="10744200"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62" name="Google Shape;62;p18"/>
          <p:cNvCxnSpPr/>
          <p:nvPr/>
        </p:nvCxnSpPr>
        <p:spPr>
          <a:xfrm rot="10800000">
            <a:off x="10630770"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63" name="Google Shape;63;p18"/>
          <p:cNvCxnSpPr/>
          <p:nvPr/>
        </p:nvCxnSpPr>
        <p:spPr>
          <a:xfrm>
            <a:off x="0" y="6052457"/>
            <a:ext cx="12192000" cy="0"/>
          </a:xfrm>
          <a:prstGeom prst="straightConnector1">
            <a:avLst/>
          </a:prstGeom>
          <a:noFill/>
          <a:ln w="9525" cap="rnd" cmpd="sng">
            <a:solidFill>
              <a:schemeClr val="accent3"/>
            </a:solidFill>
            <a:prstDash val="dash"/>
            <a:miter lim="800000"/>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break 3">
  <p:cSld name="Section break 3">
    <p:spTree>
      <p:nvGrpSpPr>
        <p:cNvPr id="1" name="Shape 64"/>
        <p:cNvGrpSpPr/>
        <p:nvPr/>
      </p:nvGrpSpPr>
      <p:grpSpPr>
        <a:xfrm>
          <a:off x="0" y="0"/>
          <a:ext cx="0" cy="0"/>
          <a:chOff x="0" y="0"/>
          <a:chExt cx="0" cy="0"/>
        </a:xfrm>
      </p:grpSpPr>
      <p:sp>
        <p:nvSpPr>
          <p:cNvPr id="65" name="Google Shape;65;p19"/>
          <p:cNvSpPr txBox="1">
            <a:spLocks noGrp="1"/>
          </p:cNvSpPr>
          <p:nvPr>
            <p:ph type="ctrTitle"/>
          </p:nvPr>
        </p:nvSpPr>
        <p:spPr>
          <a:xfrm>
            <a:off x="422897" y="576263"/>
            <a:ext cx="5646541" cy="330449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9"/>
          <p:cNvSpPr txBox="1">
            <a:spLocks noGrp="1"/>
          </p:cNvSpPr>
          <p:nvPr>
            <p:ph type="body" idx="1"/>
          </p:nvPr>
        </p:nvSpPr>
        <p:spPr>
          <a:xfrm>
            <a:off x="422275" y="4148138"/>
            <a:ext cx="5673726" cy="1528762"/>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7" name="Google Shape;67;p19"/>
          <p:cNvSpPr>
            <a:spLocks noGrp="1"/>
          </p:cNvSpPr>
          <p:nvPr>
            <p:ph type="pic" idx="2"/>
          </p:nvPr>
        </p:nvSpPr>
        <p:spPr>
          <a:xfrm>
            <a:off x="6483095" y="-1"/>
            <a:ext cx="5013087" cy="6857998"/>
          </a:xfrm>
          <a:prstGeom prst="rect">
            <a:avLst/>
          </a:prstGeom>
          <a:solidFill>
            <a:schemeClr val="accent3"/>
          </a:solidFill>
          <a:ln>
            <a:noFill/>
          </a:ln>
        </p:spPr>
      </p:sp>
      <p:sp>
        <p:nvSpPr>
          <p:cNvPr id="68" name="Google Shape;68;p19"/>
          <p:cNvSpPr/>
          <p:nvPr/>
        </p:nvSpPr>
        <p:spPr>
          <a:xfrm rot="10800000">
            <a:off x="11504656" y="2020824"/>
            <a:ext cx="687343" cy="1896697"/>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Shape 69"/>
        <p:cNvGrpSpPr/>
        <p:nvPr/>
      </p:nvGrpSpPr>
      <p:grpSpPr>
        <a:xfrm>
          <a:off x="0" y="0"/>
          <a:ext cx="0" cy="0"/>
          <a:chOff x="0" y="0"/>
          <a:chExt cx="0" cy="0"/>
        </a:xfrm>
      </p:grpSpPr>
      <p:sp>
        <p:nvSpPr>
          <p:cNvPr id="70" name="Google Shape;70;p20"/>
          <p:cNvSpPr/>
          <p:nvPr/>
        </p:nvSpPr>
        <p:spPr>
          <a:xfrm rot="10800000">
            <a:off x="11491640" y="0"/>
            <a:ext cx="708823" cy="713232"/>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
        <p:nvSpPr>
          <p:cNvPr id="71" name="Google Shape;71;p20"/>
          <p:cNvSpPr txBox="1">
            <a:spLocks noGrp="1"/>
          </p:cNvSpPr>
          <p:nvPr>
            <p:ph type="title"/>
          </p:nvPr>
        </p:nvSpPr>
        <p:spPr>
          <a:xfrm>
            <a:off x="422178" y="365125"/>
            <a:ext cx="1066035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20"/>
          <p:cNvSpPr txBox="1">
            <a:spLocks noGrp="1"/>
          </p:cNvSpPr>
          <p:nvPr>
            <p:ph type="body" idx="1"/>
          </p:nvPr>
        </p:nvSpPr>
        <p:spPr>
          <a:xfrm>
            <a:off x="422178" y="2198914"/>
            <a:ext cx="5157787" cy="345592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1000"/>
              </a:spcBef>
              <a:spcAft>
                <a:spcPts val="0"/>
              </a:spcAft>
              <a:buSzPts val="1800"/>
              <a:buChar char="⬩"/>
              <a:defRPr sz="1800"/>
            </a:lvl2pPr>
            <a:lvl3pPr marL="1371600" lvl="2" indent="-342900" algn="l">
              <a:lnSpc>
                <a:spcPct val="110000"/>
              </a:lnSpc>
              <a:spcBef>
                <a:spcPts val="1000"/>
              </a:spcBef>
              <a:spcAft>
                <a:spcPts val="0"/>
              </a:spcAft>
              <a:buSzPts val="1800"/>
              <a:buChar char="⬩"/>
              <a:defRPr sz="1800"/>
            </a:lvl3pPr>
            <a:lvl4pPr marL="1828800" lvl="3" indent="-342900" algn="l">
              <a:lnSpc>
                <a:spcPct val="110000"/>
              </a:lnSpc>
              <a:spcBef>
                <a:spcPts val="1000"/>
              </a:spcBef>
              <a:spcAft>
                <a:spcPts val="0"/>
              </a:spcAft>
              <a:buSzPts val="1800"/>
              <a:buChar char="⬩"/>
              <a:defRPr sz="1800"/>
            </a:lvl4pPr>
            <a:lvl5pPr marL="2286000" lvl="4" indent="-342900" algn="l">
              <a:lnSpc>
                <a:spcPct val="110000"/>
              </a:lnSpc>
              <a:spcBef>
                <a:spcPts val="10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20"/>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20"/>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20"/>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76" name="Google Shape;76;p20"/>
          <p:cNvSpPr txBox="1">
            <a:spLocks noGrp="1"/>
          </p:cNvSpPr>
          <p:nvPr>
            <p:ph type="body" idx="2"/>
          </p:nvPr>
        </p:nvSpPr>
        <p:spPr>
          <a:xfrm>
            <a:off x="5924741" y="2198913"/>
            <a:ext cx="5157787" cy="345592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1000"/>
              </a:spcBef>
              <a:spcAft>
                <a:spcPts val="0"/>
              </a:spcAft>
              <a:buSzPts val="1800"/>
              <a:buChar char="⬩"/>
              <a:defRPr sz="1800"/>
            </a:lvl2pPr>
            <a:lvl3pPr marL="1371600" lvl="2" indent="-342900" algn="l">
              <a:lnSpc>
                <a:spcPct val="110000"/>
              </a:lnSpc>
              <a:spcBef>
                <a:spcPts val="1000"/>
              </a:spcBef>
              <a:spcAft>
                <a:spcPts val="0"/>
              </a:spcAft>
              <a:buSzPts val="1800"/>
              <a:buChar char="⬩"/>
              <a:defRPr sz="1800"/>
            </a:lvl3pPr>
            <a:lvl4pPr marL="1828800" lvl="3" indent="-342900" algn="l">
              <a:lnSpc>
                <a:spcPct val="110000"/>
              </a:lnSpc>
              <a:spcBef>
                <a:spcPts val="1000"/>
              </a:spcBef>
              <a:spcAft>
                <a:spcPts val="0"/>
              </a:spcAft>
              <a:buSzPts val="1800"/>
              <a:buChar char="⬩"/>
              <a:defRPr sz="1800"/>
            </a:lvl4pPr>
            <a:lvl5pPr marL="2286000" lvl="4" indent="-342900" algn="l">
              <a:lnSpc>
                <a:spcPct val="110000"/>
              </a:lnSpc>
              <a:spcBef>
                <a:spcPts val="10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ntent 2 with subtitles">
  <p:cSld name="Title and two Content 2 with subtitles">
    <p:spTree>
      <p:nvGrpSpPr>
        <p:cNvPr id="1" name="Shape 77"/>
        <p:cNvGrpSpPr/>
        <p:nvPr/>
      </p:nvGrpSpPr>
      <p:grpSpPr>
        <a:xfrm>
          <a:off x="0" y="0"/>
          <a:ext cx="0" cy="0"/>
          <a:chOff x="0" y="0"/>
          <a:chExt cx="0" cy="0"/>
        </a:xfrm>
      </p:grpSpPr>
      <p:sp>
        <p:nvSpPr>
          <p:cNvPr id="78" name="Google Shape;78;p21"/>
          <p:cNvSpPr txBox="1">
            <a:spLocks noGrp="1"/>
          </p:cNvSpPr>
          <p:nvPr>
            <p:ph type="title"/>
          </p:nvPr>
        </p:nvSpPr>
        <p:spPr>
          <a:xfrm>
            <a:off x="420624" y="365125"/>
            <a:ext cx="10654936"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9" name="Google Shape;79;p21"/>
          <p:cNvSpPr txBox="1">
            <a:spLocks noGrp="1"/>
          </p:cNvSpPr>
          <p:nvPr>
            <p:ph type="body" idx="1"/>
          </p:nvPr>
        </p:nvSpPr>
        <p:spPr>
          <a:xfrm>
            <a:off x="7105342" y="2198914"/>
            <a:ext cx="3970218" cy="3445987"/>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sz="1800"/>
            </a:lvl1pPr>
            <a:lvl2pPr marL="914400" lvl="1" indent="-342900" algn="l">
              <a:lnSpc>
                <a:spcPct val="110000"/>
              </a:lnSpc>
              <a:spcBef>
                <a:spcPts val="500"/>
              </a:spcBef>
              <a:spcAft>
                <a:spcPts val="0"/>
              </a:spcAft>
              <a:buSzPts val="1800"/>
              <a:buChar char="⬩"/>
              <a:defRPr sz="1800"/>
            </a:lvl2pPr>
            <a:lvl3pPr marL="1371600" lvl="2" indent="-317500" algn="l">
              <a:lnSpc>
                <a:spcPct val="110000"/>
              </a:lnSpc>
              <a:spcBef>
                <a:spcPts val="500"/>
              </a:spcBef>
              <a:spcAft>
                <a:spcPts val="0"/>
              </a:spcAft>
              <a:buSzPts val="1400"/>
              <a:buChar char="⬩"/>
              <a:defRPr sz="1400"/>
            </a:lvl3pPr>
            <a:lvl4pPr marL="1828800" lvl="3" indent="-304800" algn="l">
              <a:lnSpc>
                <a:spcPct val="110000"/>
              </a:lnSpc>
              <a:spcBef>
                <a:spcPts val="500"/>
              </a:spcBef>
              <a:spcAft>
                <a:spcPts val="0"/>
              </a:spcAft>
              <a:buSzPts val="1200"/>
              <a:buChar char="⬩"/>
              <a:defRPr sz="1200"/>
            </a:lvl4pPr>
            <a:lvl5pPr marL="2286000" lvl="4" indent="-298450" algn="l">
              <a:lnSpc>
                <a:spcPct val="110000"/>
              </a:lnSpc>
              <a:spcBef>
                <a:spcPts val="500"/>
              </a:spcBef>
              <a:spcAft>
                <a:spcPts val="0"/>
              </a:spcAft>
              <a:buSzPts val="1100"/>
              <a:buChar char="⬩"/>
              <a:defRPr sz="11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21"/>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21"/>
          <p:cNvSpPr/>
          <p:nvPr/>
        </p:nvSpPr>
        <p:spPr>
          <a:xfrm rot="10800000">
            <a:off x="11504656" y="2020824"/>
            <a:ext cx="687343" cy="1896697"/>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
        <p:nvSpPr>
          <p:cNvPr id="82" name="Google Shape;82;p21"/>
          <p:cNvSpPr txBox="1">
            <a:spLocks noGrp="1"/>
          </p:cNvSpPr>
          <p:nvPr>
            <p:ph type="body" idx="2"/>
          </p:nvPr>
        </p:nvSpPr>
        <p:spPr>
          <a:xfrm>
            <a:off x="422178" y="2198914"/>
            <a:ext cx="6487908" cy="3455925"/>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1000"/>
              </a:spcBef>
              <a:spcAft>
                <a:spcPts val="0"/>
              </a:spcAft>
              <a:buSzPts val="1800"/>
              <a:buChar char="⬩"/>
              <a:defRPr sz="1800"/>
            </a:lvl2pPr>
            <a:lvl3pPr marL="1371600" lvl="2" indent="-342900" algn="l">
              <a:lnSpc>
                <a:spcPct val="110000"/>
              </a:lnSpc>
              <a:spcBef>
                <a:spcPts val="1000"/>
              </a:spcBef>
              <a:spcAft>
                <a:spcPts val="0"/>
              </a:spcAft>
              <a:buSzPts val="1800"/>
              <a:buChar char="⬩"/>
              <a:defRPr sz="1800"/>
            </a:lvl3pPr>
            <a:lvl4pPr marL="1828800" lvl="3" indent="-342900" algn="l">
              <a:lnSpc>
                <a:spcPct val="110000"/>
              </a:lnSpc>
              <a:spcBef>
                <a:spcPts val="1000"/>
              </a:spcBef>
              <a:spcAft>
                <a:spcPts val="0"/>
              </a:spcAft>
              <a:buSzPts val="1800"/>
              <a:buChar char="⬩"/>
              <a:defRPr sz="1800"/>
            </a:lvl4pPr>
            <a:lvl5pPr marL="2286000" lvl="4" indent="-342900" algn="l">
              <a:lnSpc>
                <a:spcPct val="110000"/>
              </a:lnSpc>
              <a:spcBef>
                <a:spcPts val="10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2">
  <p:cSld name="Title and Content 2">
    <p:spTree>
      <p:nvGrpSpPr>
        <p:cNvPr id="1" name="Shape 83"/>
        <p:cNvGrpSpPr/>
        <p:nvPr/>
      </p:nvGrpSpPr>
      <p:grpSpPr>
        <a:xfrm>
          <a:off x="0" y="0"/>
          <a:ext cx="0" cy="0"/>
          <a:chOff x="0" y="0"/>
          <a:chExt cx="0" cy="0"/>
        </a:xfrm>
      </p:grpSpPr>
      <p:sp>
        <p:nvSpPr>
          <p:cNvPr id="84" name="Google Shape;84;p22"/>
          <p:cNvSpPr/>
          <p:nvPr/>
        </p:nvSpPr>
        <p:spPr>
          <a:xfrm rot="10800000">
            <a:off x="11491640" y="5610"/>
            <a:ext cx="708823" cy="713232"/>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
        <p:nvSpPr>
          <p:cNvPr id="85" name="Google Shape;85;p22"/>
          <p:cNvSpPr txBox="1">
            <a:spLocks noGrp="1"/>
          </p:cNvSpPr>
          <p:nvPr>
            <p:ph type="title"/>
          </p:nvPr>
        </p:nvSpPr>
        <p:spPr>
          <a:xfrm>
            <a:off x="393843" y="667582"/>
            <a:ext cx="5102717" cy="2482018"/>
          </a:xfrm>
          <a:prstGeom prst="rect">
            <a:avLst/>
          </a:prstGeom>
          <a:noFill/>
          <a:ln>
            <a:noFill/>
          </a:ln>
        </p:spPr>
        <p:txBody>
          <a:bodyPr spcFirstLastPara="1" wrap="square" lIns="91425" tIns="45700" rIns="91425" bIns="45700" anchor="t" anchorCtr="0">
            <a:no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6" name="Google Shape;86;p22"/>
          <p:cNvSpPr txBox="1">
            <a:spLocks noGrp="1"/>
          </p:cNvSpPr>
          <p:nvPr>
            <p:ph type="body" idx="1"/>
          </p:nvPr>
        </p:nvSpPr>
        <p:spPr>
          <a:xfrm>
            <a:off x="5668964" y="667582"/>
            <a:ext cx="5827220" cy="2482018"/>
          </a:xfrm>
          <a:prstGeom prst="rect">
            <a:avLst/>
          </a:prstGeom>
          <a:noFill/>
          <a:ln>
            <a:noFill/>
          </a:ln>
        </p:spPr>
        <p:txBody>
          <a:bodyPr spcFirstLastPara="1" wrap="square" lIns="91425" tIns="91425" rIns="91425" bIns="45700" anchor="t" anchorCtr="0">
            <a:normAutofit/>
          </a:bodyPr>
          <a:lstStyle>
            <a:lvl1pPr marL="457200" lvl="0" indent="-228600" algn="l">
              <a:lnSpc>
                <a:spcPct val="110000"/>
              </a:lnSpc>
              <a:spcBef>
                <a:spcPts val="1000"/>
              </a:spcBef>
              <a:spcAft>
                <a:spcPts val="0"/>
              </a:spcAft>
              <a:buSzPts val="1800"/>
              <a:buNone/>
              <a:defRPr sz="1800">
                <a:solidFill>
                  <a:schemeClr val="dk2"/>
                </a:solidFill>
              </a:defRPr>
            </a:lvl1pPr>
            <a:lvl2pPr marL="914400" lvl="1" indent="-228600" algn="l">
              <a:lnSpc>
                <a:spcPct val="110000"/>
              </a:lnSpc>
              <a:spcBef>
                <a:spcPts val="500"/>
              </a:spcBef>
              <a:spcAft>
                <a:spcPts val="0"/>
              </a:spcAft>
              <a:buSzPts val="1800"/>
              <a:buNone/>
              <a:defRPr sz="1800">
                <a:solidFill>
                  <a:schemeClr val="dk2"/>
                </a:solidFill>
              </a:defRPr>
            </a:lvl2pPr>
            <a:lvl3pPr marL="1371600" lvl="2" indent="-228600" algn="l">
              <a:lnSpc>
                <a:spcPct val="110000"/>
              </a:lnSpc>
              <a:spcBef>
                <a:spcPts val="500"/>
              </a:spcBef>
              <a:spcAft>
                <a:spcPts val="0"/>
              </a:spcAft>
              <a:buSzPts val="1800"/>
              <a:buNone/>
              <a:defRPr sz="1800">
                <a:solidFill>
                  <a:schemeClr val="dk2"/>
                </a:solidFill>
              </a:defRPr>
            </a:lvl3pPr>
            <a:lvl4pPr marL="1828800" lvl="3" indent="-228600" algn="l">
              <a:lnSpc>
                <a:spcPct val="110000"/>
              </a:lnSpc>
              <a:spcBef>
                <a:spcPts val="500"/>
              </a:spcBef>
              <a:spcAft>
                <a:spcPts val="0"/>
              </a:spcAft>
              <a:buSzPts val="1800"/>
              <a:buNone/>
              <a:defRPr sz="1800">
                <a:solidFill>
                  <a:schemeClr val="dk2"/>
                </a:solidFill>
              </a:defRPr>
            </a:lvl4pPr>
            <a:lvl5pPr marL="2286000" lvl="4" indent="-228600" algn="l">
              <a:lnSpc>
                <a:spcPct val="110000"/>
              </a:lnSpc>
              <a:spcBef>
                <a:spcPts val="500"/>
              </a:spcBef>
              <a:spcAft>
                <a:spcPts val="0"/>
              </a:spcAft>
              <a:buSzPts val="1800"/>
              <a:buNone/>
              <a:defRPr sz="1800">
                <a:solidFill>
                  <a:schemeClr val="dk2"/>
                </a:solidFill>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22"/>
          <p:cNvSpPr>
            <a:spLocks noGrp="1"/>
          </p:cNvSpPr>
          <p:nvPr>
            <p:ph type="pic" idx="2"/>
          </p:nvPr>
        </p:nvSpPr>
        <p:spPr>
          <a:xfrm>
            <a:off x="393843" y="3362959"/>
            <a:ext cx="11102339" cy="2827459"/>
          </a:xfrm>
          <a:prstGeom prst="rect">
            <a:avLst/>
          </a:prstGeom>
          <a:solidFill>
            <a:schemeClr val="accent3"/>
          </a:solidFill>
          <a:ln>
            <a:noFill/>
          </a:ln>
        </p:spPr>
      </p:sp>
      <p:sp>
        <p:nvSpPr>
          <p:cNvPr id="88" name="Google Shape;88;p22"/>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Content and Table">
  <p:cSld name="Title Content and Table">
    <p:spTree>
      <p:nvGrpSpPr>
        <p:cNvPr id="1" name="Shape 89"/>
        <p:cNvGrpSpPr/>
        <p:nvPr/>
      </p:nvGrpSpPr>
      <p:grpSpPr>
        <a:xfrm>
          <a:off x="0" y="0"/>
          <a:ext cx="0" cy="0"/>
          <a:chOff x="0" y="0"/>
          <a:chExt cx="0" cy="0"/>
        </a:xfrm>
      </p:grpSpPr>
      <p:sp>
        <p:nvSpPr>
          <p:cNvPr id="90" name="Google Shape;90;p23"/>
          <p:cNvSpPr txBox="1">
            <a:spLocks noGrp="1"/>
          </p:cNvSpPr>
          <p:nvPr>
            <p:ph type="title"/>
          </p:nvPr>
        </p:nvSpPr>
        <p:spPr>
          <a:xfrm>
            <a:off x="420623" y="365760"/>
            <a:ext cx="11067089" cy="1325880"/>
          </a:xfrm>
          <a:prstGeom prst="rect">
            <a:avLst/>
          </a:prstGeom>
          <a:noFill/>
          <a:ln>
            <a:noFill/>
          </a:ln>
        </p:spPr>
        <p:txBody>
          <a:bodyPr spcFirstLastPara="1" wrap="square" lIns="91425" tIns="45700" rIns="91425" bIns="45700" anchor="ctr" anchorCtr="0">
            <a:normAutofit/>
          </a:bodyPr>
          <a:lstStyle>
            <a:lvl1pPr lvl="0" algn="l">
              <a:lnSpc>
                <a:spcPct val="63636"/>
              </a:lnSpc>
              <a:spcBef>
                <a:spcPts val="1000"/>
              </a:spcBef>
              <a:spcAft>
                <a:spcPts val="0"/>
              </a:spcAft>
              <a:buClr>
                <a:schemeClr val="dk2"/>
              </a:buClr>
              <a:buSzPts val="4400"/>
              <a:buFont typeface="Arial"/>
              <a:buNone/>
              <a:defRPr sz="4400" b="0" i="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23"/>
          <p:cNvSpPr/>
          <p:nvPr/>
        </p:nvSpPr>
        <p:spPr>
          <a:xfrm rot="10800000">
            <a:off x="11504656" y="2020824"/>
            <a:ext cx="687343" cy="1896697"/>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
        <p:nvSpPr>
          <p:cNvPr id="92" name="Google Shape;92;p23"/>
          <p:cNvSpPr txBox="1">
            <a:spLocks noGrp="1"/>
          </p:cNvSpPr>
          <p:nvPr>
            <p:ph type="body" idx="1"/>
          </p:nvPr>
        </p:nvSpPr>
        <p:spPr>
          <a:xfrm>
            <a:off x="420624" y="2189377"/>
            <a:ext cx="3568990" cy="3517679"/>
          </a:xfrm>
          <a:prstGeom prst="rect">
            <a:avLst/>
          </a:prstGeom>
          <a:noFill/>
          <a:ln>
            <a:noFill/>
          </a:ln>
        </p:spPr>
        <p:txBody>
          <a:bodyPr spcFirstLastPara="1" wrap="square" lIns="91425" tIns="0" rIns="91425" bIns="0" anchor="t" anchorCtr="0">
            <a:normAutofit/>
          </a:bodyPr>
          <a:lstStyle>
            <a:lvl1pPr marL="457200" lvl="0" indent="-342900" algn="l">
              <a:lnSpc>
                <a:spcPct val="110000"/>
              </a:lnSpc>
              <a:spcBef>
                <a:spcPts val="1000"/>
              </a:spcBef>
              <a:spcAft>
                <a:spcPts val="0"/>
              </a:spcAft>
              <a:buSzPts val="1800"/>
              <a:buChar char="⬩"/>
              <a:defRPr sz="1800"/>
            </a:lvl1pPr>
            <a:lvl2pPr marL="914400" lvl="1" indent="-342900" algn="l">
              <a:lnSpc>
                <a:spcPct val="110000"/>
              </a:lnSpc>
              <a:spcBef>
                <a:spcPts val="500"/>
              </a:spcBef>
              <a:spcAft>
                <a:spcPts val="0"/>
              </a:spcAft>
              <a:buSzPts val="1800"/>
              <a:buChar char="⬩"/>
              <a:defRPr sz="1800"/>
            </a:lvl2pPr>
            <a:lvl3pPr marL="1371600" lvl="2" indent="-342900" algn="l">
              <a:lnSpc>
                <a:spcPct val="110000"/>
              </a:lnSpc>
              <a:spcBef>
                <a:spcPts val="500"/>
              </a:spcBef>
              <a:spcAft>
                <a:spcPts val="0"/>
              </a:spcAft>
              <a:buSzPts val="1800"/>
              <a:buChar char="⬩"/>
              <a:defRPr sz="1800"/>
            </a:lvl3pPr>
            <a:lvl4pPr marL="1828800" lvl="3" indent="-342900" algn="l">
              <a:lnSpc>
                <a:spcPct val="110000"/>
              </a:lnSpc>
              <a:spcBef>
                <a:spcPts val="500"/>
              </a:spcBef>
              <a:spcAft>
                <a:spcPts val="0"/>
              </a:spcAft>
              <a:buSzPts val="1800"/>
              <a:buChar char="⬩"/>
              <a:defRPr sz="1800"/>
            </a:lvl4pPr>
            <a:lvl5pPr marL="2286000" lvl="4" indent="-342900" algn="l">
              <a:lnSpc>
                <a:spcPct val="110000"/>
              </a:lnSpc>
              <a:spcBef>
                <a:spcPts val="5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23"/>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ntent 4">
  <p:cSld name="Title and two Content 4">
    <p:spTree>
      <p:nvGrpSpPr>
        <p:cNvPr id="1" name="Shape 94"/>
        <p:cNvGrpSpPr/>
        <p:nvPr/>
      </p:nvGrpSpPr>
      <p:grpSpPr>
        <a:xfrm>
          <a:off x="0" y="0"/>
          <a:ext cx="0" cy="0"/>
          <a:chOff x="0" y="0"/>
          <a:chExt cx="0" cy="0"/>
        </a:xfrm>
      </p:grpSpPr>
      <p:sp>
        <p:nvSpPr>
          <p:cNvPr id="95" name="Google Shape;95;p24"/>
          <p:cNvSpPr txBox="1">
            <a:spLocks noGrp="1"/>
          </p:cNvSpPr>
          <p:nvPr>
            <p:ph type="title"/>
          </p:nvPr>
        </p:nvSpPr>
        <p:spPr>
          <a:xfrm>
            <a:off x="420624" y="365125"/>
            <a:ext cx="10654936"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24"/>
          <p:cNvSpPr txBox="1">
            <a:spLocks noGrp="1"/>
          </p:cNvSpPr>
          <p:nvPr>
            <p:ph type="body" idx="1"/>
          </p:nvPr>
        </p:nvSpPr>
        <p:spPr>
          <a:xfrm>
            <a:off x="413657" y="2198914"/>
            <a:ext cx="3970218" cy="3445987"/>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sz="1800"/>
            </a:lvl1pPr>
            <a:lvl2pPr marL="914400" lvl="1" indent="-342900" algn="l">
              <a:lnSpc>
                <a:spcPct val="110000"/>
              </a:lnSpc>
              <a:spcBef>
                <a:spcPts val="500"/>
              </a:spcBef>
              <a:spcAft>
                <a:spcPts val="0"/>
              </a:spcAft>
              <a:buSzPts val="1800"/>
              <a:buChar char="⬩"/>
              <a:defRPr sz="1800"/>
            </a:lvl2pPr>
            <a:lvl3pPr marL="1371600" lvl="2" indent="-317500" algn="l">
              <a:lnSpc>
                <a:spcPct val="110000"/>
              </a:lnSpc>
              <a:spcBef>
                <a:spcPts val="500"/>
              </a:spcBef>
              <a:spcAft>
                <a:spcPts val="0"/>
              </a:spcAft>
              <a:buSzPts val="1400"/>
              <a:buChar char="⬩"/>
              <a:defRPr sz="1400"/>
            </a:lvl3pPr>
            <a:lvl4pPr marL="1828800" lvl="3" indent="-304800" algn="l">
              <a:lnSpc>
                <a:spcPct val="110000"/>
              </a:lnSpc>
              <a:spcBef>
                <a:spcPts val="500"/>
              </a:spcBef>
              <a:spcAft>
                <a:spcPts val="0"/>
              </a:spcAft>
              <a:buSzPts val="1200"/>
              <a:buChar char="⬩"/>
              <a:defRPr sz="1200"/>
            </a:lvl4pPr>
            <a:lvl5pPr marL="2286000" lvl="4" indent="-298450" algn="l">
              <a:lnSpc>
                <a:spcPct val="110000"/>
              </a:lnSpc>
              <a:spcBef>
                <a:spcPts val="500"/>
              </a:spcBef>
              <a:spcAft>
                <a:spcPts val="0"/>
              </a:spcAft>
              <a:buSzPts val="1100"/>
              <a:buChar char="⬩"/>
              <a:defRPr sz="11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24"/>
          <p:cNvSpPr txBox="1">
            <a:spLocks noGrp="1"/>
          </p:cNvSpPr>
          <p:nvPr>
            <p:ph type="body" idx="2"/>
          </p:nvPr>
        </p:nvSpPr>
        <p:spPr>
          <a:xfrm>
            <a:off x="4921213" y="2198914"/>
            <a:ext cx="6154347" cy="34459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500"/>
              </a:spcBef>
              <a:spcAft>
                <a:spcPts val="0"/>
              </a:spcAft>
              <a:buSzPts val="1800"/>
              <a:buChar char="⬩"/>
              <a:defRPr sz="1800"/>
            </a:lvl2pPr>
            <a:lvl3pPr marL="1371600" lvl="2" indent="-317500" algn="l">
              <a:lnSpc>
                <a:spcPct val="110000"/>
              </a:lnSpc>
              <a:spcBef>
                <a:spcPts val="500"/>
              </a:spcBef>
              <a:spcAft>
                <a:spcPts val="0"/>
              </a:spcAft>
              <a:buSzPts val="1400"/>
              <a:buChar char="⬩"/>
              <a:defRPr sz="1400"/>
            </a:lvl3pPr>
            <a:lvl4pPr marL="1828800" lvl="3" indent="-304800" algn="l">
              <a:lnSpc>
                <a:spcPct val="110000"/>
              </a:lnSpc>
              <a:spcBef>
                <a:spcPts val="500"/>
              </a:spcBef>
              <a:spcAft>
                <a:spcPts val="0"/>
              </a:spcAft>
              <a:buSzPts val="1200"/>
              <a:buChar char="⬩"/>
              <a:defRPr sz="1200"/>
            </a:lvl4pPr>
            <a:lvl5pPr marL="2286000" lvl="4" indent="-298450" algn="l">
              <a:lnSpc>
                <a:spcPct val="110000"/>
              </a:lnSpc>
              <a:spcBef>
                <a:spcPts val="500"/>
              </a:spcBef>
              <a:spcAft>
                <a:spcPts val="0"/>
              </a:spcAft>
              <a:buSzPts val="1100"/>
              <a:buChar char="⬩"/>
              <a:defRPr sz="11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24"/>
          <p:cNvSpPr/>
          <p:nvPr/>
        </p:nvSpPr>
        <p:spPr>
          <a:xfrm rot="10800000">
            <a:off x="11494040" y="4282928"/>
            <a:ext cx="699477" cy="1898809"/>
          </a:xfrm>
          <a:prstGeom prst="rect">
            <a:avLst/>
          </a:prstGeom>
          <a:solidFill>
            <a:schemeClr val="accent3">
              <a:alpha val="24705"/>
            </a:schemeClr>
          </a:solidFill>
          <a:ln>
            <a:noFill/>
          </a:ln>
        </p:spPr>
        <p:txBody>
          <a:bodyPr spcFirstLastPara="1" wrap="square" lIns="0" tIns="0" rIns="0" bIns="0" anchor="ctr" anchorCtr="0">
            <a:spAutoFit/>
          </a:bodyPr>
          <a:lstStyle/>
          <a:p>
            <a:pPr marL="0" marR="0" lvl="0" indent="0" algn="ctr" rtl="0">
              <a:lnSpc>
                <a:spcPct val="100000"/>
              </a:lnSpc>
              <a:spcBef>
                <a:spcPts val="0"/>
              </a:spcBef>
              <a:spcAft>
                <a:spcPts val="0"/>
              </a:spcAft>
              <a:buClr>
                <a:schemeClr val="dk1"/>
              </a:buClr>
              <a:buSzPts val="3000"/>
              <a:buFont typeface="Arial"/>
              <a:buNone/>
            </a:pPr>
            <a:endParaRPr sz="3000" b="0" i="0" u="none" strike="noStrike" cap="none">
              <a:solidFill>
                <a:srgbClr val="000000"/>
              </a:solidFill>
              <a:latin typeface="Helvetica Neue"/>
              <a:ea typeface="Helvetica Neue"/>
              <a:cs typeface="Helvetica Neue"/>
              <a:sym typeface="Helvetica Neue"/>
            </a:endParaRPr>
          </a:p>
        </p:txBody>
      </p:sp>
      <p:sp>
        <p:nvSpPr>
          <p:cNvPr id="99" name="Google Shape;99;p24"/>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200">
                <a:solidFill>
                  <a:schemeClr val="dk2"/>
                </a:solidFill>
                <a:latin typeface="Arial"/>
                <a:ea typeface="Arial"/>
                <a:cs typeface="Arial"/>
                <a:sym typeface="Arial"/>
              </a:defRPr>
            </a:lvl1pPr>
            <a:lvl2pPr marL="0" lvl="1" indent="0" algn="ctr">
              <a:spcBef>
                <a:spcPts val="0"/>
              </a:spcBef>
              <a:buNone/>
              <a:defRPr sz="1200">
                <a:solidFill>
                  <a:schemeClr val="dk2"/>
                </a:solidFill>
                <a:latin typeface="Arial"/>
                <a:ea typeface="Arial"/>
                <a:cs typeface="Arial"/>
                <a:sym typeface="Arial"/>
              </a:defRPr>
            </a:lvl2pPr>
            <a:lvl3pPr marL="0" lvl="2" indent="0" algn="ctr">
              <a:spcBef>
                <a:spcPts val="0"/>
              </a:spcBef>
              <a:buNone/>
              <a:defRPr sz="1200">
                <a:solidFill>
                  <a:schemeClr val="dk2"/>
                </a:solidFill>
                <a:latin typeface="Arial"/>
                <a:ea typeface="Arial"/>
                <a:cs typeface="Arial"/>
                <a:sym typeface="Arial"/>
              </a:defRPr>
            </a:lvl3pPr>
            <a:lvl4pPr marL="0" lvl="3" indent="0" algn="ctr">
              <a:spcBef>
                <a:spcPts val="0"/>
              </a:spcBef>
              <a:buNone/>
              <a:defRPr sz="1200">
                <a:solidFill>
                  <a:schemeClr val="dk2"/>
                </a:solidFill>
                <a:latin typeface="Arial"/>
                <a:ea typeface="Arial"/>
                <a:cs typeface="Arial"/>
                <a:sym typeface="Arial"/>
              </a:defRPr>
            </a:lvl4pPr>
            <a:lvl5pPr marL="0" lvl="4" indent="0" algn="ctr">
              <a:spcBef>
                <a:spcPts val="0"/>
              </a:spcBef>
              <a:buNone/>
              <a:defRPr sz="1200">
                <a:solidFill>
                  <a:schemeClr val="dk2"/>
                </a:solidFill>
                <a:latin typeface="Arial"/>
                <a:ea typeface="Arial"/>
                <a:cs typeface="Arial"/>
                <a:sym typeface="Arial"/>
              </a:defRPr>
            </a:lvl5pPr>
            <a:lvl6pPr marL="0" lvl="5" indent="0" algn="ctr">
              <a:spcBef>
                <a:spcPts val="0"/>
              </a:spcBef>
              <a:buNone/>
              <a:defRPr sz="1200">
                <a:solidFill>
                  <a:schemeClr val="dk2"/>
                </a:solidFill>
                <a:latin typeface="Arial"/>
                <a:ea typeface="Arial"/>
                <a:cs typeface="Arial"/>
                <a:sym typeface="Arial"/>
              </a:defRPr>
            </a:lvl6pPr>
            <a:lvl7pPr marL="0" lvl="6" indent="0" algn="ctr">
              <a:spcBef>
                <a:spcPts val="0"/>
              </a:spcBef>
              <a:buNone/>
              <a:defRPr sz="1200">
                <a:solidFill>
                  <a:schemeClr val="dk2"/>
                </a:solidFill>
                <a:latin typeface="Arial"/>
                <a:ea typeface="Arial"/>
                <a:cs typeface="Arial"/>
                <a:sym typeface="Arial"/>
              </a:defRPr>
            </a:lvl7pPr>
            <a:lvl8pPr marL="0" lvl="7" indent="0" algn="ctr">
              <a:spcBef>
                <a:spcPts val="0"/>
              </a:spcBef>
              <a:buNone/>
              <a:defRPr sz="1200">
                <a:solidFill>
                  <a:schemeClr val="dk2"/>
                </a:solidFill>
                <a:latin typeface="Arial"/>
                <a:ea typeface="Arial"/>
                <a:cs typeface="Arial"/>
                <a:sym typeface="Arial"/>
              </a:defRPr>
            </a:lvl8pPr>
            <a:lvl9pPr marL="0" lvl="8" indent="0" algn="ctr">
              <a:spcBef>
                <a:spcPts val="0"/>
              </a:spcBef>
              <a:buNone/>
              <a:defRPr sz="1200">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Title and Content">
  <p:cSld name="1_Title and Content">
    <p:spTree>
      <p:nvGrpSpPr>
        <p:cNvPr id="1" name="Shape 100"/>
        <p:cNvGrpSpPr/>
        <p:nvPr/>
      </p:nvGrpSpPr>
      <p:grpSpPr>
        <a:xfrm>
          <a:off x="0" y="0"/>
          <a:ext cx="0" cy="0"/>
          <a:chOff x="0" y="0"/>
          <a:chExt cx="0" cy="0"/>
        </a:xfrm>
      </p:grpSpPr>
      <p:sp>
        <p:nvSpPr>
          <p:cNvPr id="101" name="Google Shape;101;p25"/>
          <p:cNvSpPr txBox="1">
            <a:spLocks noGrp="1"/>
          </p:cNvSpPr>
          <p:nvPr>
            <p:ph type="title"/>
          </p:nvPr>
        </p:nvSpPr>
        <p:spPr>
          <a:xfrm>
            <a:off x="420624" y="365125"/>
            <a:ext cx="1066190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25"/>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25"/>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5"/>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losing">
  <p:cSld name="Closing">
    <p:spTree>
      <p:nvGrpSpPr>
        <p:cNvPr id="1" name="Shape 105"/>
        <p:cNvGrpSpPr/>
        <p:nvPr/>
      </p:nvGrpSpPr>
      <p:grpSpPr>
        <a:xfrm>
          <a:off x="0" y="0"/>
          <a:ext cx="0" cy="0"/>
          <a:chOff x="0" y="0"/>
          <a:chExt cx="0" cy="0"/>
        </a:xfrm>
      </p:grpSpPr>
      <p:sp>
        <p:nvSpPr>
          <p:cNvPr id="106" name="Google Shape;106;p26"/>
          <p:cNvSpPr txBox="1">
            <a:spLocks noGrp="1"/>
          </p:cNvSpPr>
          <p:nvPr>
            <p:ph type="title"/>
          </p:nvPr>
        </p:nvSpPr>
        <p:spPr>
          <a:xfrm>
            <a:off x="422897" y="539496"/>
            <a:ext cx="5228393" cy="269719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7" name="Google Shape;107;p26"/>
          <p:cNvSpPr txBox="1">
            <a:spLocks noGrp="1"/>
          </p:cNvSpPr>
          <p:nvPr>
            <p:ph type="body" idx="1"/>
          </p:nvPr>
        </p:nvSpPr>
        <p:spPr>
          <a:xfrm>
            <a:off x="422897" y="3354749"/>
            <a:ext cx="5228392" cy="2582470"/>
          </a:xfrm>
          <a:prstGeom prst="rect">
            <a:avLst/>
          </a:prstGeom>
          <a:noFill/>
          <a:ln>
            <a:noFill/>
          </a:ln>
        </p:spPr>
        <p:txBody>
          <a:bodyPr spcFirstLastPara="1" wrap="square" lIns="91425" tIns="45700" rIns="91425" bIns="45700" anchor="t" anchorCtr="0">
            <a:noAutofit/>
          </a:bodyPr>
          <a:lstStyle>
            <a:lvl1pPr marL="457200" lvl="0" indent="-228600" algn="l">
              <a:lnSpc>
                <a:spcPct val="110000"/>
              </a:lnSpc>
              <a:spcBef>
                <a:spcPts val="1000"/>
              </a:spcBef>
              <a:spcAft>
                <a:spcPts val="0"/>
              </a:spcAft>
              <a:buSzPts val="1800"/>
              <a:buNone/>
              <a:defRPr sz="1800"/>
            </a:lvl1pPr>
            <a:lvl2pPr marL="914400" lvl="1" indent="-342900" algn="l">
              <a:lnSpc>
                <a:spcPct val="110000"/>
              </a:lnSpc>
              <a:spcBef>
                <a:spcPts val="500"/>
              </a:spcBef>
              <a:spcAft>
                <a:spcPts val="0"/>
              </a:spcAft>
              <a:buSzPts val="1800"/>
              <a:buChar char="⬩"/>
              <a:defRPr sz="1800"/>
            </a:lvl2pPr>
            <a:lvl3pPr marL="1371600" lvl="2" indent="-342900" algn="l">
              <a:lnSpc>
                <a:spcPct val="110000"/>
              </a:lnSpc>
              <a:spcBef>
                <a:spcPts val="500"/>
              </a:spcBef>
              <a:spcAft>
                <a:spcPts val="0"/>
              </a:spcAft>
              <a:buSzPts val="1800"/>
              <a:buChar char="⬩"/>
              <a:defRPr sz="1800"/>
            </a:lvl3pPr>
            <a:lvl4pPr marL="1828800" lvl="3" indent="-342900" algn="l">
              <a:lnSpc>
                <a:spcPct val="110000"/>
              </a:lnSpc>
              <a:spcBef>
                <a:spcPts val="500"/>
              </a:spcBef>
              <a:spcAft>
                <a:spcPts val="0"/>
              </a:spcAft>
              <a:buSzPts val="1800"/>
              <a:buChar char="⬩"/>
              <a:defRPr sz="1800"/>
            </a:lvl4pPr>
            <a:lvl5pPr marL="2286000" lvl="4" indent="-342900" algn="l">
              <a:lnSpc>
                <a:spcPct val="110000"/>
              </a:lnSpc>
              <a:spcBef>
                <a:spcPts val="500"/>
              </a:spcBef>
              <a:spcAft>
                <a:spcPts val="0"/>
              </a:spcAft>
              <a:buSzPts val="1800"/>
              <a:buChar char="⬩"/>
              <a:defRPr sz="18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cxnSp>
        <p:nvCxnSpPr>
          <p:cNvPr id="108" name="Google Shape;108;p26"/>
          <p:cNvCxnSpPr/>
          <p:nvPr/>
        </p:nvCxnSpPr>
        <p:spPr>
          <a:xfrm>
            <a:off x="1524" y="6172200"/>
            <a:ext cx="12192000" cy="0"/>
          </a:xfrm>
          <a:prstGeom prst="straightConnector1">
            <a:avLst/>
          </a:prstGeom>
          <a:noFill/>
          <a:ln w="9525" cap="rnd" cmpd="sng">
            <a:solidFill>
              <a:schemeClr val="accent3"/>
            </a:solidFill>
            <a:prstDash val="dash"/>
            <a:miter lim="800000"/>
            <a:headEnd type="none" w="sm" len="sm"/>
            <a:tailEnd type="none" w="sm" len="sm"/>
          </a:ln>
        </p:spPr>
      </p:cxnSp>
      <p:cxnSp>
        <p:nvCxnSpPr>
          <p:cNvPr id="109" name="Google Shape;109;p26"/>
          <p:cNvCxnSpPr/>
          <p:nvPr/>
        </p:nvCxnSpPr>
        <p:spPr>
          <a:xfrm rot="10800000">
            <a:off x="11496184" y="5610"/>
            <a:ext cx="0" cy="6858000"/>
          </a:xfrm>
          <a:prstGeom prst="straightConnector1">
            <a:avLst/>
          </a:prstGeom>
          <a:noFill/>
          <a:ln w="9525" cap="rnd" cmpd="sng">
            <a:solidFill>
              <a:schemeClr val="accent3"/>
            </a:solidFill>
            <a:prstDash val="dash"/>
            <a:miter lim="800000"/>
            <a:headEnd type="none" w="sm" len="sm"/>
            <a:tailEnd type="none" w="sm" len="sm"/>
          </a:ln>
        </p:spPr>
      </p:cxnSp>
      <p:sp>
        <p:nvSpPr>
          <p:cNvPr id="110" name="Google Shape;110;p26"/>
          <p:cNvSpPr/>
          <p:nvPr/>
        </p:nvSpPr>
        <p:spPr>
          <a:xfrm>
            <a:off x="9884230" y="1"/>
            <a:ext cx="1611954" cy="6857999"/>
          </a:xfrm>
          <a:prstGeom prst="rect">
            <a:avLst/>
          </a:prstGeom>
          <a:solidFill>
            <a:schemeClr val="accent3">
              <a:alpha val="2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111" name="Google Shape;111;p26"/>
          <p:cNvCxnSpPr/>
          <p:nvPr/>
        </p:nvCxnSpPr>
        <p:spPr>
          <a:xfrm rot="10800000">
            <a:off x="11605041"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112" name="Google Shape;112;p26"/>
          <p:cNvCxnSpPr/>
          <p:nvPr/>
        </p:nvCxnSpPr>
        <p:spPr>
          <a:xfrm rot="10800000">
            <a:off x="9884230"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113" name="Google Shape;113;p26"/>
          <p:cNvCxnSpPr/>
          <p:nvPr/>
        </p:nvCxnSpPr>
        <p:spPr>
          <a:xfrm rot="10800000">
            <a:off x="9768622"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114" name="Google Shape;114;p26"/>
          <p:cNvCxnSpPr/>
          <p:nvPr/>
        </p:nvCxnSpPr>
        <p:spPr>
          <a:xfrm rot="10800000">
            <a:off x="9372495" y="5610"/>
            <a:ext cx="0" cy="6858000"/>
          </a:xfrm>
          <a:prstGeom prst="straightConnector1">
            <a:avLst/>
          </a:prstGeom>
          <a:noFill/>
          <a:ln w="9525" cap="rnd" cmpd="sng">
            <a:solidFill>
              <a:schemeClr val="accent3"/>
            </a:solidFill>
            <a:prstDash val="dash"/>
            <a:miter lim="800000"/>
            <a:headEnd type="none" w="sm" len="sm"/>
            <a:tailEnd type="none" w="sm" len="sm"/>
          </a:ln>
        </p:spPr>
      </p:cxnSp>
      <p:sp>
        <p:nvSpPr>
          <p:cNvPr id="115" name="Google Shape;115;p26"/>
          <p:cNvSpPr/>
          <p:nvPr/>
        </p:nvSpPr>
        <p:spPr>
          <a:xfrm>
            <a:off x="7760541" y="1"/>
            <a:ext cx="1611954" cy="6857999"/>
          </a:xfrm>
          <a:prstGeom prst="rect">
            <a:avLst/>
          </a:prstGeom>
          <a:solidFill>
            <a:schemeClr val="accent3">
              <a:alpha val="2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cxnSp>
        <p:nvCxnSpPr>
          <p:cNvPr id="116" name="Google Shape;116;p26"/>
          <p:cNvCxnSpPr/>
          <p:nvPr/>
        </p:nvCxnSpPr>
        <p:spPr>
          <a:xfrm rot="10800000">
            <a:off x="9481352"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117" name="Google Shape;117;p26"/>
          <p:cNvCxnSpPr/>
          <p:nvPr/>
        </p:nvCxnSpPr>
        <p:spPr>
          <a:xfrm rot="10800000">
            <a:off x="7760541" y="0"/>
            <a:ext cx="0" cy="6858000"/>
          </a:xfrm>
          <a:prstGeom prst="straightConnector1">
            <a:avLst/>
          </a:prstGeom>
          <a:noFill/>
          <a:ln w="9525" cap="rnd" cmpd="sng">
            <a:solidFill>
              <a:schemeClr val="accent3"/>
            </a:solidFill>
            <a:prstDash val="dash"/>
            <a:miter lim="800000"/>
            <a:headEnd type="none" w="sm" len="sm"/>
            <a:tailEnd type="none" w="sm" len="sm"/>
          </a:ln>
        </p:spPr>
      </p:cxnSp>
      <p:cxnSp>
        <p:nvCxnSpPr>
          <p:cNvPr id="118" name="Google Shape;118;p26"/>
          <p:cNvCxnSpPr/>
          <p:nvPr/>
        </p:nvCxnSpPr>
        <p:spPr>
          <a:xfrm rot="10800000">
            <a:off x="7644933" y="0"/>
            <a:ext cx="0" cy="6858000"/>
          </a:xfrm>
          <a:prstGeom prst="straightConnector1">
            <a:avLst/>
          </a:prstGeom>
          <a:noFill/>
          <a:ln w="9525" cap="rnd" cmpd="sng">
            <a:solidFill>
              <a:schemeClr val="accent3"/>
            </a:solidFill>
            <a:prstDash val="dash"/>
            <a:miter lim="800000"/>
            <a:headEnd type="none" w="sm" len="sm"/>
            <a:tailEnd type="none" w="sm" len="sm"/>
          </a:ln>
        </p:spPr>
      </p:cxnSp>
      <p:pic>
        <p:nvPicPr>
          <p:cNvPr id="119" name="Google Shape;119;p26"/>
          <p:cNvPicPr preferRelativeResize="0"/>
          <p:nvPr/>
        </p:nvPicPr>
        <p:blipFill rotWithShape="1">
          <a:blip r:embed="rId2">
            <a:alphaModFix/>
          </a:blip>
          <a:srcRect l="31706" t="12194" r="49126" b="12256"/>
          <a:stretch/>
        </p:blipFill>
        <p:spPr>
          <a:xfrm>
            <a:off x="9884229" y="-5609"/>
            <a:ext cx="1611955" cy="6863608"/>
          </a:xfrm>
          <a:prstGeom prst="rect">
            <a:avLst/>
          </a:prstGeom>
          <a:noFill/>
          <a:ln>
            <a:noFill/>
          </a:ln>
        </p:spPr>
      </p:pic>
      <p:pic>
        <p:nvPicPr>
          <p:cNvPr id="120" name="Google Shape;120;p26"/>
          <p:cNvPicPr preferRelativeResize="0"/>
          <p:nvPr/>
        </p:nvPicPr>
        <p:blipFill rotWithShape="1">
          <a:blip r:embed="rId2">
            <a:alphaModFix/>
          </a:blip>
          <a:srcRect l="10790" t="12194" r="70042" b="12256"/>
          <a:stretch/>
        </p:blipFill>
        <p:spPr>
          <a:xfrm>
            <a:off x="7753789" y="5610"/>
            <a:ext cx="1611955" cy="686360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1"/>
        <p:cNvGrpSpPr/>
        <p:nvPr/>
      </p:nvGrpSpPr>
      <p:grpSpPr>
        <a:xfrm>
          <a:off x="0" y="0"/>
          <a:ext cx="0" cy="0"/>
          <a:chOff x="0" y="0"/>
          <a:chExt cx="0" cy="0"/>
        </a:xfrm>
      </p:grpSpPr>
      <p:sp>
        <p:nvSpPr>
          <p:cNvPr id="122" name="Google Shape;122;p27"/>
          <p:cNvSpPr txBox="1">
            <a:spLocks noGrp="1"/>
          </p:cNvSpPr>
          <p:nvPr>
            <p:ph type="ctrTitle"/>
          </p:nvPr>
        </p:nvSpPr>
        <p:spPr>
          <a:xfrm>
            <a:off x="1490472" y="1463557"/>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3" name="Google Shape;123;p27"/>
          <p:cNvSpPr txBox="1">
            <a:spLocks noGrp="1"/>
          </p:cNvSpPr>
          <p:nvPr>
            <p:ph type="subTitle" idx="1"/>
          </p:nvPr>
        </p:nvSpPr>
        <p:spPr>
          <a:xfrm>
            <a:off x="1490472" y="3943232"/>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400"/>
              <a:buNone/>
              <a:defRPr sz="2400"/>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24" name="Google Shape;124;p27"/>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27"/>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6" name="Google Shape;126;p27"/>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27"/>
        <p:cNvGrpSpPr/>
        <p:nvPr/>
      </p:nvGrpSpPr>
      <p:grpSpPr>
        <a:xfrm>
          <a:off x="0" y="0"/>
          <a:ext cx="0" cy="0"/>
          <a:chOff x="0" y="0"/>
          <a:chExt cx="0" cy="0"/>
        </a:xfrm>
      </p:grpSpPr>
      <p:sp>
        <p:nvSpPr>
          <p:cNvPr id="128" name="Google Shape;128;p28"/>
          <p:cNvSpPr txBox="1">
            <a:spLocks noGrp="1"/>
          </p:cNvSpPr>
          <p:nvPr>
            <p:ph type="title"/>
          </p:nvPr>
        </p:nvSpPr>
        <p:spPr>
          <a:xfrm>
            <a:off x="420624"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9" name="Google Shape;129;p28"/>
          <p:cNvSpPr txBox="1">
            <a:spLocks noGrp="1"/>
          </p:cNvSpPr>
          <p:nvPr>
            <p:ph type="body" idx="1"/>
          </p:nvPr>
        </p:nvSpPr>
        <p:spPr>
          <a:xfrm>
            <a:off x="420624" y="1825625"/>
            <a:ext cx="10515600" cy="4206383"/>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Char char="⬩"/>
              <a:defRPr sz="2400"/>
            </a:lvl1pPr>
            <a:lvl2pPr marL="914400" lvl="1" indent="-368300" algn="l">
              <a:lnSpc>
                <a:spcPct val="110000"/>
              </a:lnSpc>
              <a:spcBef>
                <a:spcPts val="500"/>
              </a:spcBef>
              <a:spcAft>
                <a:spcPts val="0"/>
              </a:spcAft>
              <a:buSzPts val="2200"/>
              <a:buChar char="⬩"/>
              <a:defRPr sz="2200"/>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0" name="Google Shape;130;p28"/>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8"/>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28"/>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3"/>
        <p:cNvGrpSpPr/>
        <p:nvPr/>
      </p:nvGrpSpPr>
      <p:grpSpPr>
        <a:xfrm>
          <a:off x="0" y="0"/>
          <a:ext cx="0" cy="0"/>
          <a:chOff x="0" y="0"/>
          <a:chExt cx="0" cy="0"/>
        </a:xfrm>
      </p:grpSpPr>
      <p:sp>
        <p:nvSpPr>
          <p:cNvPr id="134" name="Google Shape;134;p29"/>
          <p:cNvSpPr txBox="1">
            <a:spLocks noGrp="1"/>
          </p:cNvSpPr>
          <p:nvPr>
            <p:ph type="title"/>
          </p:nvPr>
        </p:nvSpPr>
        <p:spPr>
          <a:xfrm>
            <a:off x="420624" y="1081941"/>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5" name="Google Shape;135;p29"/>
          <p:cNvSpPr txBox="1">
            <a:spLocks noGrp="1"/>
          </p:cNvSpPr>
          <p:nvPr>
            <p:ph type="body" idx="1"/>
          </p:nvPr>
        </p:nvSpPr>
        <p:spPr>
          <a:xfrm>
            <a:off x="420624" y="3961666"/>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200"/>
              <a:buNone/>
              <a:defRPr sz="2200">
                <a:solidFill>
                  <a:srgbClr val="888888"/>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36" name="Google Shape;136;p29"/>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29"/>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8" name="Google Shape;138;p29"/>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9"/>
        <p:cNvGrpSpPr/>
        <p:nvPr/>
      </p:nvGrpSpPr>
      <p:grpSpPr>
        <a:xfrm>
          <a:off x="0" y="0"/>
          <a:ext cx="0" cy="0"/>
          <a:chOff x="0" y="0"/>
          <a:chExt cx="0" cy="0"/>
        </a:xfrm>
      </p:grpSpPr>
      <p:sp>
        <p:nvSpPr>
          <p:cNvPr id="140" name="Google Shape;140;p30"/>
          <p:cNvSpPr/>
          <p:nvPr/>
        </p:nvSpPr>
        <p:spPr>
          <a:xfrm>
            <a:off x="0" y="685800"/>
            <a:ext cx="11494008" cy="5486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1" name="Google Shape;141;p30"/>
          <p:cNvSpPr txBox="1">
            <a:spLocks noGrp="1"/>
          </p:cNvSpPr>
          <p:nvPr>
            <p:ph type="title"/>
          </p:nvPr>
        </p:nvSpPr>
        <p:spPr>
          <a:xfrm>
            <a:off x="420624"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2" name="Google Shape;142;p30"/>
          <p:cNvSpPr txBox="1">
            <a:spLocks noGrp="1"/>
          </p:cNvSpPr>
          <p:nvPr>
            <p:ph type="body" idx="1"/>
          </p:nvPr>
        </p:nvSpPr>
        <p:spPr>
          <a:xfrm>
            <a:off x="420624" y="1825625"/>
            <a:ext cx="5181600" cy="4206382"/>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Char char="⬩"/>
              <a:defRPr/>
            </a:lvl1pPr>
            <a:lvl2pPr marL="914400" lvl="1" indent="-368300" algn="l">
              <a:lnSpc>
                <a:spcPct val="110000"/>
              </a:lnSpc>
              <a:spcBef>
                <a:spcPts val="500"/>
              </a:spcBef>
              <a:spcAft>
                <a:spcPts val="0"/>
              </a:spcAft>
              <a:buSzPts val="2200"/>
              <a:buChar char="⬩"/>
              <a:defRPr/>
            </a:lvl2pPr>
            <a:lvl3pPr marL="1371600" lvl="2" indent="-355600" algn="l">
              <a:lnSpc>
                <a:spcPct val="110000"/>
              </a:lnSpc>
              <a:spcBef>
                <a:spcPts val="500"/>
              </a:spcBef>
              <a:spcAft>
                <a:spcPts val="0"/>
              </a:spcAft>
              <a:buSzPts val="2000"/>
              <a:buChar char="⬩"/>
              <a:defRPr/>
            </a:lvl3pPr>
            <a:lvl4pPr marL="1828800" lvl="3" indent="-342900" algn="l">
              <a:lnSpc>
                <a:spcPct val="110000"/>
              </a:lnSpc>
              <a:spcBef>
                <a:spcPts val="500"/>
              </a:spcBef>
              <a:spcAft>
                <a:spcPts val="0"/>
              </a:spcAft>
              <a:buSzPts val="1800"/>
              <a:buChar char="⬩"/>
              <a:defRPr/>
            </a:lvl4pPr>
            <a:lvl5pPr marL="2286000" lvl="4" indent="-330200" algn="l">
              <a:lnSpc>
                <a:spcPct val="110000"/>
              </a:lnSpc>
              <a:spcBef>
                <a:spcPts val="500"/>
              </a:spcBef>
              <a:spcAft>
                <a:spcPts val="0"/>
              </a:spcAft>
              <a:buSzPts val="16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3" name="Google Shape;143;p30"/>
          <p:cNvSpPr txBox="1">
            <a:spLocks noGrp="1"/>
          </p:cNvSpPr>
          <p:nvPr>
            <p:ph type="body" idx="2"/>
          </p:nvPr>
        </p:nvSpPr>
        <p:spPr>
          <a:xfrm>
            <a:off x="5756178" y="1825625"/>
            <a:ext cx="5180046" cy="4206382"/>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Font typeface="Noto Sans Symbols"/>
              <a:buChar char="⬩"/>
              <a:defRPr/>
            </a:lvl1pPr>
            <a:lvl2pPr marL="914400" lvl="1" indent="-368300" algn="l">
              <a:lnSpc>
                <a:spcPct val="110000"/>
              </a:lnSpc>
              <a:spcBef>
                <a:spcPts val="500"/>
              </a:spcBef>
              <a:spcAft>
                <a:spcPts val="0"/>
              </a:spcAft>
              <a:buSzPts val="2200"/>
              <a:buFont typeface="Noto Sans Symbols"/>
              <a:buChar char="⬩"/>
              <a:defRPr/>
            </a:lvl2pPr>
            <a:lvl3pPr marL="1371600" lvl="2" indent="-355600" algn="l">
              <a:lnSpc>
                <a:spcPct val="110000"/>
              </a:lnSpc>
              <a:spcBef>
                <a:spcPts val="500"/>
              </a:spcBef>
              <a:spcAft>
                <a:spcPts val="0"/>
              </a:spcAft>
              <a:buSzPts val="2000"/>
              <a:buFont typeface="Noto Sans Symbols"/>
              <a:buChar char="⬩"/>
              <a:defRPr/>
            </a:lvl3pPr>
            <a:lvl4pPr marL="1828800" lvl="3" indent="-342900" algn="l">
              <a:lnSpc>
                <a:spcPct val="110000"/>
              </a:lnSpc>
              <a:spcBef>
                <a:spcPts val="500"/>
              </a:spcBef>
              <a:spcAft>
                <a:spcPts val="0"/>
              </a:spcAft>
              <a:buSzPts val="1800"/>
              <a:buFont typeface="Noto Sans Symbols"/>
              <a:buChar char="⬩"/>
              <a:defRPr/>
            </a:lvl4pPr>
            <a:lvl5pPr marL="2286000" lvl="4" indent="-330200" algn="l">
              <a:lnSpc>
                <a:spcPct val="110000"/>
              </a:lnSpc>
              <a:spcBef>
                <a:spcPts val="500"/>
              </a:spcBef>
              <a:spcAft>
                <a:spcPts val="0"/>
              </a:spcAft>
              <a:buSzPts val="1600"/>
              <a:buFont typeface="Noto Sans Symbols"/>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30"/>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30"/>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6" name="Google Shape;146;p30"/>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47"/>
        <p:cNvGrpSpPr/>
        <p:nvPr/>
      </p:nvGrpSpPr>
      <p:grpSpPr>
        <a:xfrm>
          <a:off x="0" y="0"/>
          <a:ext cx="0" cy="0"/>
          <a:chOff x="0" y="0"/>
          <a:chExt cx="0" cy="0"/>
        </a:xfrm>
      </p:grpSpPr>
      <p:sp>
        <p:nvSpPr>
          <p:cNvPr id="148" name="Google Shape;148;p31"/>
          <p:cNvSpPr/>
          <p:nvPr/>
        </p:nvSpPr>
        <p:spPr>
          <a:xfrm>
            <a:off x="0" y="685800"/>
            <a:ext cx="11494008" cy="5486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49" name="Google Shape;149;p31"/>
          <p:cNvSpPr txBox="1">
            <a:spLocks noGrp="1"/>
          </p:cNvSpPr>
          <p:nvPr>
            <p:ph type="title"/>
          </p:nvPr>
        </p:nvSpPr>
        <p:spPr>
          <a:xfrm>
            <a:off x="42217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0" name="Google Shape;150;p31"/>
          <p:cNvSpPr txBox="1">
            <a:spLocks noGrp="1"/>
          </p:cNvSpPr>
          <p:nvPr>
            <p:ph type="body" idx="1"/>
          </p:nvPr>
        </p:nvSpPr>
        <p:spPr>
          <a:xfrm>
            <a:off x="42217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3200"/>
              <a:buNone/>
              <a:defRPr sz="3200" b="0"/>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1" name="Google Shape;151;p31"/>
          <p:cNvSpPr txBox="1">
            <a:spLocks noGrp="1"/>
          </p:cNvSpPr>
          <p:nvPr>
            <p:ph type="body" idx="2"/>
          </p:nvPr>
        </p:nvSpPr>
        <p:spPr>
          <a:xfrm>
            <a:off x="422178" y="2505075"/>
            <a:ext cx="5157787" cy="3526932"/>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Char char="⬩"/>
              <a:defRPr sz="2400"/>
            </a:lvl1pPr>
            <a:lvl2pPr marL="914400" lvl="1" indent="-368300" algn="l">
              <a:lnSpc>
                <a:spcPct val="110000"/>
              </a:lnSpc>
              <a:spcBef>
                <a:spcPts val="500"/>
              </a:spcBef>
              <a:spcAft>
                <a:spcPts val="0"/>
              </a:spcAft>
              <a:buSzPts val="2200"/>
              <a:buChar char="⬩"/>
              <a:defRPr sz="2200"/>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2" name="Google Shape;152;p31"/>
          <p:cNvSpPr txBox="1">
            <a:spLocks noGrp="1"/>
          </p:cNvSpPr>
          <p:nvPr>
            <p:ph type="body" idx="3"/>
          </p:nvPr>
        </p:nvSpPr>
        <p:spPr>
          <a:xfrm>
            <a:off x="575459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3200"/>
              <a:buNone/>
              <a:defRPr sz="3200" b="0"/>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53" name="Google Shape;153;p31"/>
          <p:cNvSpPr txBox="1">
            <a:spLocks noGrp="1"/>
          </p:cNvSpPr>
          <p:nvPr>
            <p:ph type="body" idx="4"/>
          </p:nvPr>
        </p:nvSpPr>
        <p:spPr>
          <a:xfrm>
            <a:off x="5754590" y="2505075"/>
            <a:ext cx="5183188" cy="3526932"/>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Char char="⬩"/>
              <a:defRPr sz="2400"/>
            </a:lvl1pPr>
            <a:lvl2pPr marL="914400" lvl="1" indent="-368300" algn="l">
              <a:lnSpc>
                <a:spcPct val="110000"/>
              </a:lnSpc>
              <a:spcBef>
                <a:spcPts val="500"/>
              </a:spcBef>
              <a:spcAft>
                <a:spcPts val="0"/>
              </a:spcAft>
              <a:buSzPts val="2200"/>
              <a:buChar char="⬩"/>
              <a:defRPr sz="2200"/>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54" name="Google Shape;154;p31"/>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5" name="Google Shape;155;p31"/>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6" name="Google Shape;156;p31"/>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7"/>
        <p:cNvGrpSpPr/>
        <p:nvPr/>
      </p:nvGrpSpPr>
      <p:grpSpPr>
        <a:xfrm>
          <a:off x="0" y="0"/>
          <a:ext cx="0" cy="0"/>
          <a:chOff x="0" y="0"/>
          <a:chExt cx="0" cy="0"/>
        </a:xfrm>
      </p:grpSpPr>
      <p:sp>
        <p:nvSpPr>
          <p:cNvPr id="158" name="Google Shape;158;p32"/>
          <p:cNvSpPr txBox="1">
            <a:spLocks noGrp="1"/>
          </p:cNvSpPr>
          <p:nvPr>
            <p:ph type="title"/>
          </p:nvPr>
        </p:nvSpPr>
        <p:spPr>
          <a:xfrm>
            <a:off x="420624" y="938306"/>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9" name="Google Shape;159;p32"/>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32"/>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32"/>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2"/>
        <p:cNvGrpSpPr/>
        <p:nvPr/>
      </p:nvGrpSpPr>
      <p:grpSpPr>
        <a:xfrm>
          <a:off x="0" y="0"/>
          <a:ext cx="0" cy="0"/>
          <a:chOff x="0" y="0"/>
          <a:chExt cx="0" cy="0"/>
        </a:xfrm>
      </p:grpSpPr>
      <p:sp>
        <p:nvSpPr>
          <p:cNvPr id="163" name="Google Shape;163;p33"/>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4" name="Google Shape;164;p33"/>
          <p:cNvSpPr/>
          <p:nvPr/>
        </p:nvSpPr>
        <p:spPr>
          <a:xfrm>
            <a:off x="0" y="0"/>
            <a:ext cx="12188952" cy="6858000"/>
          </a:xfrm>
          <a:prstGeom prst="rect">
            <a:avLst/>
          </a:prstGeom>
          <a:solidFill>
            <a:schemeClr val="lt2">
              <a:alpha val="4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165" name="Google Shape;165;p33"/>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6" name="Google Shape;166;p33"/>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33"/>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68"/>
        <p:cNvGrpSpPr/>
        <p:nvPr/>
      </p:nvGrpSpPr>
      <p:grpSpPr>
        <a:xfrm>
          <a:off x="0" y="0"/>
          <a:ext cx="0" cy="0"/>
          <a:chOff x="0" y="0"/>
          <a:chExt cx="0" cy="0"/>
        </a:xfrm>
      </p:grpSpPr>
      <p:sp>
        <p:nvSpPr>
          <p:cNvPr id="169" name="Google Shape;169;p34"/>
          <p:cNvSpPr txBox="1">
            <a:spLocks noGrp="1"/>
          </p:cNvSpPr>
          <p:nvPr>
            <p:ph type="title"/>
          </p:nvPr>
        </p:nvSpPr>
        <p:spPr>
          <a:xfrm>
            <a:off x="420624" y="457200"/>
            <a:ext cx="10512425"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5200"/>
              <a:buFont typeface="Arial"/>
              <a:buNone/>
              <a:defRPr sz="5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0" name="Google Shape;170;p34"/>
          <p:cNvSpPr txBox="1">
            <a:spLocks noGrp="1"/>
          </p:cNvSpPr>
          <p:nvPr>
            <p:ph type="body" idx="1"/>
          </p:nvPr>
        </p:nvSpPr>
        <p:spPr>
          <a:xfrm>
            <a:off x="4782830" y="2199340"/>
            <a:ext cx="6172200" cy="3661710"/>
          </a:xfrm>
          <a:prstGeom prst="rect">
            <a:avLst/>
          </a:prstGeom>
          <a:noFill/>
          <a:ln>
            <a:noFill/>
          </a:ln>
        </p:spPr>
        <p:txBody>
          <a:bodyPr spcFirstLastPara="1" wrap="square" lIns="91425" tIns="45700" rIns="91425" bIns="45700" anchor="t" anchorCtr="0">
            <a:normAutofit/>
          </a:bodyPr>
          <a:lstStyle>
            <a:lvl1pPr marL="457200" lvl="0" indent="-381000" algn="l">
              <a:lnSpc>
                <a:spcPct val="110000"/>
              </a:lnSpc>
              <a:spcBef>
                <a:spcPts val="1000"/>
              </a:spcBef>
              <a:spcAft>
                <a:spcPts val="0"/>
              </a:spcAft>
              <a:buSzPts val="2400"/>
              <a:buChar char="⬩"/>
              <a:defRPr sz="2400"/>
            </a:lvl1pPr>
            <a:lvl2pPr marL="914400" lvl="1" indent="-368300" algn="l">
              <a:lnSpc>
                <a:spcPct val="110000"/>
              </a:lnSpc>
              <a:spcBef>
                <a:spcPts val="500"/>
              </a:spcBef>
              <a:spcAft>
                <a:spcPts val="0"/>
              </a:spcAft>
              <a:buSzPts val="2200"/>
              <a:buChar char="⬩"/>
              <a:defRPr sz="2200"/>
            </a:lvl2pPr>
            <a:lvl3pPr marL="1371600" lvl="2" indent="-355600" algn="l">
              <a:lnSpc>
                <a:spcPct val="110000"/>
              </a:lnSpc>
              <a:spcBef>
                <a:spcPts val="500"/>
              </a:spcBef>
              <a:spcAft>
                <a:spcPts val="0"/>
              </a:spcAft>
              <a:buSzPts val="2000"/>
              <a:buChar char="⬩"/>
              <a:defRPr sz="2000"/>
            </a:lvl3pPr>
            <a:lvl4pPr marL="1828800" lvl="3" indent="-342900" algn="l">
              <a:lnSpc>
                <a:spcPct val="110000"/>
              </a:lnSpc>
              <a:spcBef>
                <a:spcPts val="500"/>
              </a:spcBef>
              <a:spcAft>
                <a:spcPts val="0"/>
              </a:spcAft>
              <a:buSzPts val="1800"/>
              <a:buChar char="⬩"/>
              <a:defRPr sz="1800"/>
            </a:lvl4pPr>
            <a:lvl5pPr marL="2286000" lvl="4" indent="-330200" algn="l">
              <a:lnSpc>
                <a:spcPct val="110000"/>
              </a:lnSpc>
              <a:spcBef>
                <a:spcPts val="500"/>
              </a:spcBef>
              <a:spcAft>
                <a:spcPts val="0"/>
              </a:spcAft>
              <a:buSzPts val="1600"/>
              <a:buChar char="⬩"/>
              <a:defRPr sz="16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71" name="Google Shape;171;p34"/>
          <p:cNvSpPr txBox="1">
            <a:spLocks noGrp="1"/>
          </p:cNvSpPr>
          <p:nvPr>
            <p:ph type="body" idx="2"/>
          </p:nvPr>
        </p:nvSpPr>
        <p:spPr>
          <a:xfrm>
            <a:off x="420624" y="2199340"/>
            <a:ext cx="3932237" cy="366964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200"/>
              <a:buNone/>
              <a:defRPr sz="22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2" name="Google Shape;172;p34"/>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34"/>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4" name="Google Shape;174;p34"/>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75"/>
        <p:cNvGrpSpPr/>
        <p:nvPr/>
      </p:nvGrpSpPr>
      <p:grpSpPr>
        <a:xfrm>
          <a:off x="0" y="0"/>
          <a:ext cx="0" cy="0"/>
          <a:chOff x="0" y="0"/>
          <a:chExt cx="0" cy="0"/>
        </a:xfrm>
      </p:grpSpPr>
      <p:sp>
        <p:nvSpPr>
          <p:cNvPr id="176" name="Google Shape;176;p35"/>
          <p:cNvSpPr txBox="1">
            <a:spLocks noGrp="1"/>
          </p:cNvSpPr>
          <p:nvPr>
            <p:ph type="title"/>
          </p:nvPr>
        </p:nvSpPr>
        <p:spPr>
          <a:xfrm>
            <a:off x="420624"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2"/>
              </a:buClr>
              <a:buSzPts val="4400"/>
              <a:buFont typeface="Arial"/>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7" name="Google Shape;177;p35"/>
          <p:cNvSpPr>
            <a:spLocks noGrp="1"/>
          </p:cNvSpPr>
          <p:nvPr>
            <p:ph type="pic" idx="2"/>
          </p:nvPr>
        </p:nvSpPr>
        <p:spPr>
          <a:xfrm>
            <a:off x="4781276" y="987425"/>
            <a:ext cx="6172200" cy="4873625"/>
          </a:xfrm>
          <a:prstGeom prst="rect">
            <a:avLst/>
          </a:prstGeom>
          <a:noFill/>
          <a:ln>
            <a:noFill/>
          </a:ln>
        </p:spPr>
      </p:sp>
      <p:sp>
        <p:nvSpPr>
          <p:cNvPr id="178" name="Google Shape;178;p35"/>
          <p:cNvSpPr txBox="1">
            <a:spLocks noGrp="1"/>
          </p:cNvSpPr>
          <p:nvPr>
            <p:ph type="body" idx="1"/>
          </p:nvPr>
        </p:nvSpPr>
        <p:spPr>
          <a:xfrm>
            <a:off x="420624" y="2199340"/>
            <a:ext cx="3932237" cy="366964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200"/>
              <a:buNone/>
              <a:defRPr sz="22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79" name="Google Shape;179;p35"/>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0" name="Google Shape;180;p35"/>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35"/>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82"/>
        <p:cNvGrpSpPr/>
        <p:nvPr/>
      </p:nvGrpSpPr>
      <p:grpSpPr>
        <a:xfrm>
          <a:off x="0" y="0"/>
          <a:ext cx="0" cy="0"/>
          <a:chOff x="0" y="0"/>
          <a:chExt cx="0" cy="0"/>
        </a:xfrm>
      </p:grpSpPr>
      <p:sp>
        <p:nvSpPr>
          <p:cNvPr id="183" name="Google Shape;183;p36"/>
          <p:cNvSpPr txBox="1">
            <a:spLocks noGrp="1"/>
          </p:cNvSpPr>
          <p:nvPr>
            <p:ph type="title"/>
          </p:nvPr>
        </p:nvSpPr>
        <p:spPr>
          <a:xfrm>
            <a:off x="420624"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5200"/>
              <a:buFont typeface="Arial"/>
              <a:buNone/>
              <a:defRPr sz="5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4" name="Google Shape;184;p36"/>
          <p:cNvSpPr txBox="1">
            <a:spLocks noGrp="1"/>
          </p:cNvSpPr>
          <p:nvPr>
            <p:ph type="body" idx="1"/>
          </p:nvPr>
        </p:nvSpPr>
        <p:spPr>
          <a:xfrm rot="5400000">
            <a:off x="3502755"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5" name="Google Shape;185;p36"/>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6" name="Google Shape;186;p36"/>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7" name="Google Shape;187;p36"/>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88"/>
        <p:cNvGrpSpPr/>
        <p:nvPr/>
      </p:nvGrpSpPr>
      <p:grpSpPr>
        <a:xfrm>
          <a:off x="0" y="0"/>
          <a:ext cx="0" cy="0"/>
          <a:chOff x="0" y="0"/>
          <a:chExt cx="0" cy="0"/>
        </a:xfrm>
      </p:grpSpPr>
      <p:sp>
        <p:nvSpPr>
          <p:cNvPr id="189" name="Google Shape;189;p37"/>
          <p:cNvSpPr txBox="1">
            <a:spLocks noGrp="1"/>
          </p:cNvSpPr>
          <p:nvPr>
            <p:ph type="title"/>
          </p:nvPr>
        </p:nvSpPr>
        <p:spPr>
          <a:xfrm rot="5400000">
            <a:off x="673466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0" name="Google Shape;190;p37"/>
          <p:cNvSpPr txBox="1">
            <a:spLocks noGrp="1"/>
          </p:cNvSpPr>
          <p:nvPr>
            <p:ph type="body" idx="1"/>
          </p:nvPr>
        </p:nvSpPr>
        <p:spPr>
          <a:xfrm rot="5400000">
            <a:off x="140066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1" name="Google Shape;191;p37"/>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2" name="Google Shape;192;p37"/>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3" name="Google Shape;193;p37"/>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
          <p:cNvSpPr/>
          <p:nvPr/>
        </p:nvSpPr>
        <p:spPr>
          <a:xfrm>
            <a:off x="1524" y="0"/>
            <a:ext cx="12188952" cy="6858000"/>
          </a:xfrm>
          <a:prstGeom prst="rect">
            <a:avLst/>
          </a:prstGeom>
          <a:solidFill>
            <a:schemeClr val="lt2">
              <a:alpha val="44705"/>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sp>
        <p:nvSpPr>
          <p:cNvPr id="11" name="Google Shape;11;p14"/>
          <p:cNvSpPr/>
          <p:nvPr/>
        </p:nvSpPr>
        <p:spPr>
          <a:xfrm>
            <a:off x="1446276" y="685800"/>
            <a:ext cx="10744200" cy="54864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rial"/>
              <a:ea typeface="Arial"/>
              <a:cs typeface="Arial"/>
              <a:sym typeface="Arial"/>
            </a:endParaRPr>
          </a:p>
        </p:txBody>
      </p:sp>
      <p:cxnSp>
        <p:nvCxnSpPr>
          <p:cNvPr id="12" name="Google Shape;12;p14" descr="Tag=AccentColor&#10;Flavor=Light&#10;Target=Line"/>
          <p:cNvCxnSpPr/>
          <p:nvPr/>
        </p:nvCxnSpPr>
        <p:spPr>
          <a:xfrm rot="10800000">
            <a:off x="11496184" y="5610"/>
            <a:ext cx="0" cy="6858000"/>
          </a:xfrm>
          <a:prstGeom prst="straightConnector1">
            <a:avLst/>
          </a:prstGeom>
          <a:noFill/>
          <a:ln w="9525" cap="rnd" cmpd="sng">
            <a:solidFill>
              <a:schemeClr val="accent1"/>
            </a:solidFill>
            <a:prstDash val="dash"/>
            <a:miter lim="800000"/>
            <a:headEnd type="none" w="sm" len="sm"/>
            <a:tailEnd type="none" w="sm" len="sm"/>
          </a:ln>
        </p:spPr>
      </p:cxnSp>
      <p:cxnSp>
        <p:nvCxnSpPr>
          <p:cNvPr id="13" name="Google Shape;13;p14" descr="Tag=AccentColor&#10;Flavor=Light&#10;Target=Line"/>
          <p:cNvCxnSpPr/>
          <p:nvPr/>
        </p:nvCxnSpPr>
        <p:spPr>
          <a:xfrm>
            <a:off x="1524" y="6172200"/>
            <a:ext cx="12192000" cy="0"/>
          </a:xfrm>
          <a:prstGeom prst="straightConnector1">
            <a:avLst/>
          </a:prstGeom>
          <a:noFill/>
          <a:ln w="9525" cap="rnd" cmpd="sng">
            <a:solidFill>
              <a:schemeClr val="accent1"/>
            </a:solidFill>
            <a:prstDash val="dash"/>
            <a:miter lim="800000"/>
            <a:headEnd type="none" w="sm" len="sm"/>
            <a:tailEnd type="none" w="sm" len="sm"/>
          </a:ln>
        </p:spPr>
      </p:cxnSp>
      <p:sp>
        <p:nvSpPr>
          <p:cNvPr id="14" name="Google Shape;14;p14"/>
          <p:cNvSpPr txBox="1">
            <a:spLocks noGrp="1"/>
          </p:cNvSpPr>
          <p:nvPr>
            <p:ph type="title"/>
          </p:nvPr>
        </p:nvSpPr>
        <p:spPr>
          <a:xfrm>
            <a:off x="420624"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2"/>
              </a:buClr>
              <a:buSzPts val="4400"/>
              <a:buFont typeface="Arial"/>
              <a:buNone/>
              <a:defRPr sz="4400" b="0" i="0" u="none" strike="noStrike" cap="non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 name="Google Shape;15;p14"/>
          <p:cNvSpPr txBox="1">
            <a:spLocks noGrp="1"/>
          </p:cNvSpPr>
          <p:nvPr>
            <p:ph type="body" idx="1"/>
          </p:nvPr>
        </p:nvSpPr>
        <p:spPr>
          <a:xfrm>
            <a:off x="420624"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10000"/>
              </a:lnSpc>
              <a:spcBef>
                <a:spcPts val="1000"/>
              </a:spcBef>
              <a:spcAft>
                <a:spcPts val="0"/>
              </a:spcAft>
              <a:buClr>
                <a:schemeClr val="accent2"/>
              </a:buClr>
              <a:buSzPts val="2400"/>
              <a:buFont typeface="Noto Sans Symbols"/>
              <a:buChar char="⬩"/>
              <a:defRPr sz="2400" b="0" i="0" u="none" strike="noStrike" cap="none">
                <a:solidFill>
                  <a:schemeClr val="dk2"/>
                </a:solidFill>
                <a:latin typeface="Arial"/>
                <a:ea typeface="Arial"/>
                <a:cs typeface="Arial"/>
                <a:sym typeface="Arial"/>
              </a:defRPr>
            </a:lvl1pPr>
            <a:lvl2pPr marL="914400" marR="0" lvl="1" indent="-368300" algn="l" rtl="0">
              <a:lnSpc>
                <a:spcPct val="110000"/>
              </a:lnSpc>
              <a:spcBef>
                <a:spcPts val="500"/>
              </a:spcBef>
              <a:spcAft>
                <a:spcPts val="0"/>
              </a:spcAft>
              <a:buClr>
                <a:schemeClr val="accent2"/>
              </a:buClr>
              <a:buSzPts val="2200"/>
              <a:buFont typeface="Noto Sans Symbols"/>
              <a:buChar char="⬩"/>
              <a:defRPr sz="2200" b="0" i="0" u="none" strike="noStrike" cap="none">
                <a:solidFill>
                  <a:schemeClr val="dk2"/>
                </a:solidFill>
                <a:latin typeface="Arial"/>
                <a:ea typeface="Arial"/>
                <a:cs typeface="Arial"/>
                <a:sym typeface="Arial"/>
              </a:defRPr>
            </a:lvl2pPr>
            <a:lvl3pPr marL="1371600" marR="0" lvl="2" indent="-355600" algn="l" rtl="0">
              <a:lnSpc>
                <a:spcPct val="110000"/>
              </a:lnSpc>
              <a:spcBef>
                <a:spcPts val="500"/>
              </a:spcBef>
              <a:spcAft>
                <a:spcPts val="0"/>
              </a:spcAft>
              <a:buClr>
                <a:schemeClr val="accent2"/>
              </a:buClr>
              <a:buSzPts val="2000"/>
              <a:buFont typeface="Noto Sans Symbols"/>
              <a:buChar char="⬩"/>
              <a:defRPr sz="2000" b="0" i="0" u="none" strike="noStrike" cap="none">
                <a:solidFill>
                  <a:schemeClr val="dk2"/>
                </a:solidFill>
                <a:latin typeface="Arial"/>
                <a:ea typeface="Arial"/>
                <a:cs typeface="Arial"/>
                <a:sym typeface="Arial"/>
              </a:defRPr>
            </a:lvl3pPr>
            <a:lvl4pPr marL="1828800" marR="0" lvl="3" indent="-342900" algn="l" rtl="0">
              <a:lnSpc>
                <a:spcPct val="110000"/>
              </a:lnSpc>
              <a:spcBef>
                <a:spcPts val="500"/>
              </a:spcBef>
              <a:spcAft>
                <a:spcPts val="0"/>
              </a:spcAft>
              <a:buClr>
                <a:schemeClr val="accent2"/>
              </a:buClr>
              <a:buSzPts val="1800"/>
              <a:buFont typeface="Noto Sans Symbols"/>
              <a:buChar char="⬩"/>
              <a:defRPr sz="1800" b="0" i="0" u="none" strike="noStrike" cap="none">
                <a:solidFill>
                  <a:schemeClr val="dk2"/>
                </a:solidFill>
                <a:latin typeface="Arial"/>
                <a:ea typeface="Arial"/>
                <a:cs typeface="Arial"/>
                <a:sym typeface="Arial"/>
              </a:defRPr>
            </a:lvl4pPr>
            <a:lvl5pPr marL="2286000" marR="0" lvl="4" indent="-330200" algn="l" rtl="0">
              <a:lnSpc>
                <a:spcPct val="110000"/>
              </a:lnSpc>
              <a:spcBef>
                <a:spcPts val="500"/>
              </a:spcBef>
              <a:spcAft>
                <a:spcPts val="0"/>
              </a:spcAft>
              <a:buClr>
                <a:schemeClr val="accent2"/>
              </a:buClr>
              <a:buSzPts val="1600"/>
              <a:buFont typeface="Noto Sans Symbols"/>
              <a:buChar char="⬩"/>
              <a:defRPr sz="1600" b="0" i="0" u="none" strike="noStrike" cap="none">
                <a:solidFill>
                  <a:schemeClr val="dk2"/>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6" name="Google Shape;16;p14"/>
          <p:cNvSpPr txBox="1">
            <a:spLocks noGrp="1"/>
          </p:cNvSpPr>
          <p:nvPr>
            <p:ph type="dt" idx="10"/>
          </p:nvPr>
        </p:nvSpPr>
        <p:spPr>
          <a:xfrm>
            <a:off x="420624" y="6217920"/>
            <a:ext cx="2743200" cy="64008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7" name="Google Shape;17;p14"/>
          <p:cNvSpPr txBox="1">
            <a:spLocks noGrp="1"/>
          </p:cNvSpPr>
          <p:nvPr>
            <p:ph type="ftr" idx="11"/>
          </p:nvPr>
        </p:nvSpPr>
        <p:spPr>
          <a:xfrm>
            <a:off x="3767328" y="6217920"/>
            <a:ext cx="7196328" cy="640080"/>
          </a:xfrm>
          <a:prstGeom prst="rect">
            <a:avLst/>
          </a:prstGeom>
          <a:noFill/>
          <a:ln>
            <a:noFill/>
          </a:ln>
        </p:spPr>
        <p:txBody>
          <a:bodyPr spcFirstLastPara="1" wrap="square" lIns="91425" tIns="45700" rIns="91425" bIns="45700" anchor="ctr" anchorCtr="0">
            <a:noAutofit/>
          </a:bodyPr>
          <a:lstStyle>
            <a:lvl1pPr marR="0" lvl="0" algn="r" rtl="0">
              <a:spcBef>
                <a:spcPts val="0"/>
              </a:spcBef>
              <a:spcAft>
                <a:spcPts val="0"/>
              </a:spcAft>
              <a:buSzPts val="1400"/>
              <a:buNone/>
              <a:defRPr sz="1200" b="0" i="0" u="none" strike="noStrike" cap="none">
                <a:solidFill>
                  <a:schemeClr val="dk2"/>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8" name="Google Shape;18;p14"/>
          <p:cNvSpPr txBox="1">
            <a:spLocks noGrp="1"/>
          </p:cNvSpPr>
          <p:nvPr>
            <p:ph type="sldNum" idx="12"/>
          </p:nvPr>
        </p:nvSpPr>
        <p:spPr>
          <a:xfrm>
            <a:off x="11503152" y="-18288"/>
            <a:ext cx="685800" cy="685800"/>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200" b="0" i="0" u="none" strike="noStrike" cap="none">
                <a:solidFill>
                  <a:schemeClr val="dk2"/>
                </a:solidFill>
                <a:latin typeface="Arial"/>
                <a:ea typeface="Arial"/>
                <a:cs typeface="Arial"/>
                <a:sym typeface="Arial"/>
              </a:defRPr>
            </a:lvl1pPr>
            <a:lvl2pPr marL="0" marR="0" lvl="1" indent="0" algn="ctr" rtl="0">
              <a:spcBef>
                <a:spcPts val="0"/>
              </a:spcBef>
              <a:buNone/>
              <a:defRPr sz="1200" b="0" i="0" u="none" strike="noStrike" cap="none">
                <a:solidFill>
                  <a:schemeClr val="dk2"/>
                </a:solidFill>
                <a:latin typeface="Arial"/>
                <a:ea typeface="Arial"/>
                <a:cs typeface="Arial"/>
                <a:sym typeface="Arial"/>
              </a:defRPr>
            </a:lvl2pPr>
            <a:lvl3pPr marL="0" marR="0" lvl="2" indent="0" algn="ctr" rtl="0">
              <a:spcBef>
                <a:spcPts val="0"/>
              </a:spcBef>
              <a:buNone/>
              <a:defRPr sz="1200" b="0" i="0" u="none" strike="noStrike" cap="none">
                <a:solidFill>
                  <a:schemeClr val="dk2"/>
                </a:solidFill>
                <a:latin typeface="Arial"/>
                <a:ea typeface="Arial"/>
                <a:cs typeface="Arial"/>
                <a:sym typeface="Arial"/>
              </a:defRPr>
            </a:lvl3pPr>
            <a:lvl4pPr marL="0" marR="0" lvl="3" indent="0" algn="ctr" rtl="0">
              <a:spcBef>
                <a:spcPts val="0"/>
              </a:spcBef>
              <a:buNone/>
              <a:defRPr sz="1200" b="0" i="0" u="none" strike="noStrike" cap="none">
                <a:solidFill>
                  <a:schemeClr val="dk2"/>
                </a:solidFill>
                <a:latin typeface="Arial"/>
                <a:ea typeface="Arial"/>
                <a:cs typeface="Arial"/>
                <a:sym typeface="Arial"/>
              </a:defRPr>
            </a:lvl4pPr>
            <a:lvl5pPr marL="0" marR="0" lvl="4" indent="0" algn="ctr" rtl="0">
              <a:spcBef>
                <a:spcPts val="0"/>
              </a:spcBef>
              <a:buNone/>
              <a:defRPr sz="1200" b="0" i="0" u="none" strike="noStrike" cap="none">
                <a:solidFill>
                  <a:schemeClr val="dk2"/>
                </a:solidFill>
                <a:latin typeface="Arial"/>
                <a:ea typeface="Arial"/>
                <a:cs typeface="Arial"/>
                <a:sym typeface="Arial"/>
              </a:defRPr>
            </a:lvl5pPr>
            <a:lvl6pPr marL="0" marR="0" lvl="5" indent="0" algn="ctr" rtl="0">
              <a:spcBef>
                <a:spcPts val="0"/>
              </a:spcBef>
              <a:buNone/>
              <a:defRPr sz="1200" b="0" i="0" u="none" strike="noStrike" cap="none">
                <a:solidFill>
                  <a:schemeClr val="dk2"/>
                </a:solidFill>
                <a:latin typeface="Arial"/>
                <a:ea typeface="Arial"/>
                <a:cs typeface="Arial"/>
                <a:sym typeface="Arial"/>
              </a:defRPr>
            </a:lvl6pPr>
            <a:lvl7pPr marL="0" marR="0" lvl="6" indent="0" algn="ctr" rtl="0">
              <a:spcBef>
                <a:spcPts val="0"/>
              </a:spcBef>
              <a:buNone/>
              <a:defRPr sz="1200" b="0" i="0" u="none" strike="noStrike" cap="none">
                <a:solidFill>
                  <a:schemeClr val="dk2"/>
                </a:solidFill>
                <a:latin typeface="Arial"/>
                <a:ea typeface="Arial"/>
                <a:cs typeface="Arial"/>
                <a:sym typeface="Arial"/>
              </a:defRPr>
            </a:lvl7pPr>
            <a:lvl8pPr marL="0" marR="0" lvl="7" indent="0" algn="ctr" rtl="0">
              <a:spcBef>
                <a:spcPts val="0"/>
              </a:spcBef>
              <a:buNone/>
              <a:defRPr sz="1200" b="0" i="0" u="none" strike="noStrike" cap="none">
                <a:solidFill>
                  <a:schemeClr val="dk2"/>
                </a:solidFill>
                <a:latin typeface="Arial"/>
                <a:ea typeface="Arial"/>
                <a:cs typeface="Arial"/>
                <a:sym typeface="Arial"/>
              </a:defRPr>
            </a:lvl8pPr>
            <a:lvl9pPr marL="0" marR="0" lvl="8" indent="0" algn="ctr" rtl="0">
              <a:spcBef>
                <a:spcPts val="0"/>
              </a:spcBef>
              <a:buNone/>
              <a:defRPr sz="1200" b="0" i="0" u="none" strike="noStrike" cap="none">
                <a:solidFill>
                  <a:schemeClr val="dk2"/>
                </a:solidFill>
                <a:latin typeface="Arial"/>
                <a:ea typeface="Arial"/>
                <a:cs typeface="Arial"/>
                <a:sym typeface="Arial"/>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1"/>
          <p:cNvSpPr txBox="1"/>
          <p:nvPr/>
        </p:nvSpPr>
        <p:spPr>
          <a:xfrm>
            <a:off x="304800" y="3048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200" name="Google Shape;200;p1"/>
          <p:cNvSpPr txBox="1"/>
          <p:nvPr/>
        </p:nvSpPr>
        <p:spPr>
          <a:xfrm>
            <a:off x="-2781775" y="83820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US"/>
              <a:t> </a:t>
            </a:r>
            <a:endParaRPr/>
          </a:p>
        </p:txBody>
      </p:sp>
      <p:sp>
        <p:nvSpPr>
          <p:cNvPr id="201" name="Google Shape;201;p1"/>
          <p:cNvSpPr txBox="1"/>
          <p:nvPr/>
        </p:nvSpPr>
        <p:spPr>
          <a:xfrm>
            <a:off x="188539" y="-21811"/>
            <a:ext cx="3711300" cy="3947400"/>
          </a:xfrm>
          <a:prstGeom prst="rect">
            <a:avLst/>
          </a:prstGeom>
          <a:noFill/>
          <a:ln>
            <a:noFill/>
          </a:ln>
        </p:spPr>
        <p:txBody>
          <a:bodyPr spcFirstLastPara="1" wrap="square" lIns="113100" tIns="113100" rIns="113100" bIns="113100" anchor="ctr" anchorCtr="0">
            <a:noAutofit/>
          </a:bodyPr>
          <a:lstStyle/>
          <a:p>
            <a:pPr marL="0" lvl="0" indent="0" algn="l" rtl="0">
              <a:spcBef>
                <a:spcPts val="0"/>
              </a:spcBef>
              <a:spcAft>
                <a:spcPts val="0"/>
              </a:spcAft>
              <a:buNone/>
            </a:pPr>
            <a:r>
              <a:rPr lang="en-US" sz="1731"/>
              <a:t> </a:t>
            </a:r>
            <a:endParaRPr sz="1731"/>
          </a:p>
        </p:txBody>
      </p:sp>
      <p:pic>
        <p:nvPicPr>
          <p:cNvPr id="202" name="Google Shape;202;p1"/>
          <p:cNvPicPr preferRelativeResize="0"/>
          <p:nvPr/>
        </p:nvPicPr>
        <p:blipFill>
          <a:blip r:embed="rId3">
            <a:alphaModFix/>
          </a:blip>
          <a:stretch>
            <a:fillRect/>
          </a:stretch>
        </p:blipFill>
        <p:spPr>
          <a:xfrm>
            <a:off x="0" y="0"/>
            <a:ext cx="12073475" cy="6858000"/>
          </a:xfrm>
          <a:prstGeom prst="rect">
            <a:avLst/>
          </a:prstGeom>
          <a:noFill/>
          <a:ln>
            <a:noFill/>
          </a:ln>
        </p:spPr>
      </p:pic>
      <p:sp>
        <p:nvSpPr>
          <p:cNvPr id="203" name="Google Shape;203;p1"/>
          <p:cNvSpPr txBox="1"/>
          <p:nvPr/>
        </p:nvSpPr>
        <p:spPr>
          <a:xfrm>
            <a:off x="188648" y="190500"/>
            <a:ext cx="3713400" cy="3750000"/>
          </a:xfrm>
          <a:prstGeom prst="rect">
            <a:avLst/>
          </a:prstGeom>
          <a:noFill/>
          <a:ln>
            <a:noFill/>
          </a:ln>
        </p:spPr>
        <p:txBody>
          <a:bodyPr spcFirstLastPara="1" wrap="square" lIns="111750" tIns="111750" rIns="111750" bIns="111750" anchor="ctr" anchorCtr="0">
            <a:noAutofit/>
          </a:bodyPr>
          <a:lstStyle/>
          <a:p>
            <a:pPr marL="0" lvl="0" indent="0" algn="l" rtl="0">
              <a:spcBef>
                <a:spcPts val="0"/>
              </a:spcBef>
              <a:spcAft>
                <a:spcPts val="0"/>
              </a:spcAft>
              <a:buNone/>
            </a:pPr>
            <a:r>
              <a:rPr lang="en-US" sz="1711"/>
              <a:t> </a:t>
            </a:r>
            <a:endParaRPr sz="1711"/>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g3a27f525b5e_1_52"/>
          <p:cNvSpPr txBox="1">
            <a:spLocks noGrp="1"/>
          </p:cNvSpPr>
          <p:nvPr>
            <p:ph type="title"/>
          </p:nvPr>
        </p:nvSpPr>
        <p:spPr>
          <a:xfrm>
            <a:off x="1828932" y="1115167"/>
            <a:ext cx="8534100" cy="465540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endParaRPr/>
          </a:p>
        </p:txBody>
      </p:sp>
      <p:pic>
        <p:nvPicPr>
          <p:cNvPr id="210" name="Google Shape;210;g3a27f525b5e_1_52"/>
          <p:cNvPicPr preferRelativeResize="0"/>
          <p:nvPr/>
        </p:nvPicPr>
        <p:blipFill>
          <a:blip r:embed="rId3">
            <a:alphaModFix/>
          </a:blip>
          <a:stretch>
            <a:fillRect/>
          </a:stretch>
        </p:blipFill>
        <p:spPr>
          <a:xfrm>
            <a:off x="-25" y="-33337"/>
            <a:ext cx="12192000" cy="6924675"/>
          </a:xfrm>
          <a:prstGeom prst="rect">
            <a:avLst/>
          </a:prstGeom>
          <a:noFill/>
          <a:ln>
            <a:noFill/>
          </a:ln>
        </p:spPr>
      </p:pic>
      <p:sp>
        <p:nvSpPr>
          <p:cNvPr id="211" name="Google Shape;211;g3a27f525b5e_1_52"/>
          <p:cNvSpPr txBox="1"/>
          <p:nvPr/>
        </p:nvSpPr>
        <p:spPr>
          <a:xfrm>
            <a:off x="340519" y="-55954"/>
            <a:ext cx="3703200" cy="3926100"/>
          </a:xfrm>
          <a:prstGeom prst="rect">
            <a:avLst/>
          </a:prstGeom>
          <a:noFill/>
          <a:ln>
            <a:noFill/>
          </a:ln>
        </p:spPr>
        <p:txBody>
          <a:bodyPr spcFirstLastPara="1" wrap="square" lIns="112850" tIns="112850" rIns="112850" bIns="112850" anchor="ctr" anchorCtr="0">
            <a:noAutofit/>
          </a:bodyPr>
          <a:lstStyle/>
          <a:p>
            <a:pPr marL="0" lvl="0" indent="0" algn="l" rtl="0">
              <a:spcBef>
                <a:spcPts val="0"/>
              </a:spcBef>
              <a:spcAft>
                <a:spcPts val="0"/>
              </a:spcAft>
              <a:buNone/>
            </a:pPr>
            <a:r>
              <a:rPr lang="en-US" sz="1728"/>
              <a:t> </a:t>
            </a:r>
            <a:endParaRPr sz="1728"/>
          </a:p>
        </p:txBody>
      </p:sp>
      <p:sp>
        <p:nvSpPr>
          <p:cNvPr id="212" name="Google Shape;212;g3a27f525b5e_1_52"/>
          <p:cNvSpPr txBox="1">
            <a:spLocks noGrp="1"/>
          </p:cNvSpPr>
          <p:nvPr>
            <p:ph type="title"/>
          </p:nvPr>
        </p:nvSpPr>
        <p:spPr>
          <a:xfrm>
            <a:off x="372125" y="101700"/>
            <a:ext cx="10864200" cy="482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3960"/>
              <a:buFont typeface="Arial"/>
              <a:buNone/>
            </a:pPr>
            <a:r>
              <a:rPr lang="en-US" sz="3160" b="1"/>
              <a:t>Critical Health Parameters of Expectant Mothers</a:t>
            </a:r>
            <a:endParaRPr sz="3160" b="1"/>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2"/>
          <p:cNvPicPr preferRelativeResize="0"/>
          <p:nvPr/>
        </p:nvPicPr>
        <p:blipFill rotWithShape="1">
          <a:blip r:embed="rId3">
            <a:alphaModFix/>
          </a:blip>
          <a:srcRect/>
          <a:stretch/>
        </p:blipFill>
        <p:spPr>
          <a:xfrm>
            <a:off x="651353" y="745300"/>
            <a:ext cx="10734806" cy="681627"/>
          </a:xfrm>
          <a:prstGeom prst="rect">
            <a:avLst/>
          </a:prstGeom>
          <a:noFill/>
          <a:ln>
            <a:noFill/>
          </a:ln>
        </p:spPr>
      </p:pic>
      <p:sp>
        <p:nvSpPr>
          <p:cNvPr id="219" name="Google Shape;219;p2"/>
          <p:cNvSpPr txBox="1"/>
          <p:nvPr/>
        </p:nvSpPr>
        <p:spPr>
          <a:xfrm>
            <a:off x="6217075" y="1557976"/>
            <a:ext cx="5169000" cy="193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u="none" strike="noStrike" cap="none">
                <a:solidFill>
                  <a:schemeClr val="dk1"/>
                </a:solidFill>
              </a:rPr>
              <a:t>Fetal heart rate generally ranged between 120–160 bpm across gestational ages.</a:t>
            </a:r>
            <a:br>
              <a:rPr lang="en-US" sz="1700" u="none" strike="noStrike" cap="none">
                <a:solidFill>
                  <a:schemeClr val="dk1"/>
                </a:solidFill>
              </a:rPr>
            </a:br>
            <a:r>
              <a:rPr lang="en-US" sz="1700" u="none" strike="noStrike" cap="none">
                <a:solidFill>
                  <a:schemeClr val="dk1"/>
                </a:solidFill>
              </a:rPr>
              <a:t>Most data points (in green) indicate normal fetal conditions, while a smaller cluster of abnormalities (in red) appeared throughout different weeks, particularly between 20–35 weeks.</a:t>
            </a:r>
            <a:br>
              <a:rPr lang="en-US" sz="1800" b="1" i="0" u="none" strike="noStrike" cap="none">
                <a:solidFill>
                  <a:schemeClr val="dk1"/>
                </a:solidFill>
                <a:latin typeface="Arial"/>
                <a:ea typeface="Arial"/>
                <a:cs typeface="Arial"/>
                <a:sym typeface="Arial"/>
              </a:rPr>
            </a:br>
            <a:endParaRPr sz="1800" b="1">
              <a:solidFill>
                <a:schemeClr val="dk1"/>
              </a:solidFill>
              <a:latin typeface="Arial"/>
              <a:ea typeface="Arial"/>
              <a:cs typeface="Arial"/>
              <a:sym typeface="Arial"/>
            </a:endParaRPr>
          </a:p>
        </p:txBody>
      </p:sp>
      <p:sp>
        <p:nvSpPr>
          <p:cNvPr id="220" name="Google Shape;220;p2"/>
          <p:cNvSpPr txBox="1"/>
          <p:nvPr/>
        </p:nvSpPr>
        <p:spPr>
          <a:xfrm>
            <a:off x="805850" y="3589299"/>
            <a:ext cx="5169000" cy="2185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a:solidFill>
                  <a:schemeClr val="dk1"/>
                </a:solidFill>
              </a:rPr>
              <a:t>Ultrasound visits peaked in 2020 and 2021, with the majority linked to participants without GDM diagnosis (blue). A smaller but consistent portion of scans involved GDM-positive patients (orange), showing continued monitoring across years. The Anatomical ultrasound type dominated throughout, reflecting its key role in prenatal assessment, while 2019 and 2022 recorded minimal visit counts.</a:t>
            </a:r>
            <a:endParaRPr sz="1300"/>
          </a:p>
        </p:txBody>
      </p:sp>
      <p:pic>
        <p:nvPicPr>
          <p:cNvPr id="221" name="Google Shape;221;p2"/>
          <p:cNvPicPr preferRelativeResize="0"/>
          <p:nvPr/>
        </p:nvPicPr>
        <p:blipFill rotWithShape="1">
          <a:blip r:embed="rId4">
            <a:alphaModFix/>
          </a:blip>
          <a:srcRect/>
          <a:stretch/>
        </p:blipFill>
        <p:spPr>
          <a:xfrm>
            <a:off x="6096000" y="3589300"/>
            <a:ext cx="5290149" cy="2523400"/>
          </a:xfrm>
          <a:prstGeom prst="rect">
            <a:avLst/>
          </a:prstGeom>
          <a:noFill/>
          <a:ln>
            <a:noFill/>
          </a:ln>
        </p:spPr>
      </p:pic>
      <p:pic>
        <p:nvPicPr>
          <p:cNvPr id="222" name="Google Shape;222;p2"/>
          <p:cNvPicPr preferRelativeResize="0"/>
          <p:nvPr/>
        </p:nvPicPr>
        <p:blipFill rotWithShape="1">
          <a:blip r:embed="rId5">
            <a:alphaModFix/>
          </a:blip>
          <a:srcRect/>
          <a:stretch/>
        </p:blipFill>
        <p:spPr>
          <a:xfrm>
            <a:off x="651353" y="1557982"/>
            <a:ext cx="5444647" cy="1871017"/>
          </a:xfrm>
          <a:prstGeom prst="rect">
            <a:avLst/>
          </a:prstGeom>
          <a:noFill/>
          <a:ln>
            <a:noFill/>
          </a:ln>
        </p:spPr>
      </p:pic>
      <p:sp>
        <p:nvSpPr>
          <p:cNvPr id="223" name="Google Shape;223;p2"/>
          <p:cNvSpPr txBox="1">
            <a:spLocks noGrp="1"/>
          </p:cNvSpPr>
          <p:nvPr>
            <p:ph type="title"/>
          </p:nvPr>
        </p:nvSpPr>
        <p:spPr>
          <a:xfrm>
            <a:off x="372125" y="101700"/>
            <a:ext cx="10864200" cy="482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3960"/>
              <a:buFont typeface="Arial"/>
              <a:buNone/>
            </a:pPr>
            <a:r>
              <a:rPr lang="en-US" sz="3160" b="1"/>
              <a:t>Maternity and Fetal Health Insights</a:t>
            </a:r>
            <a:endParaRPr sz="3160" b="1"/>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3"/>
          <p:cNvSpPr txBox="1">
            <a:spLocks noGrp="1"/>
          </p:cNvSpPr>
          <p:nvPr>
            <p:ph type="title"/>
          </p:nvPr>
        </p:nvSpPr>
        <p:spPr>
          <a:xfrm>
            <a:off x="372125" y="101700"/>
            <a:ext cx="10864200" cy="482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3960"/>
              <a:buFont typeface="Arial"/>
              <a:buNone/>
            </a:pPr>
            <a:r>
              <a:rPr lang="en-US" sz="3160" b="1"/>
              <a:t>Hypertension and Preterm Risk in C-Section deliveries</a:t>
            </a:r>
            <a:endParaRPr sz="3160" b="1"/>
          </a:p>
        </p:txBody>
      </p:sp>
      <p:sp>
        <p:nvSpPr>
          <p:cNvPr id="230" name="Google Shape;230;p3"/>
          <p:cNvSpPr txBox="1">
            <a:spLocks noGrp="1"/>
          </p:cNvSpPr>
          <p:nvPr>
            <p:ph type="body" idx="1"/>
          </p:nvPr>
        </p:nvSpPr>
        <p:spPr>
          <a:xfrm>
            <a:off x="4168350" y="2300050"/>
            <a:ext cx="3323700" cy="3609600"/>
          </a:xfrm>
          <a:prstGeom prst="rect">
            <a:avLst/>
          </a:prstGeom>
          <a:noFill/>
          <a:ln>
            <a:noFill/>
          </a:ln>
        </p:spPr>
        <p:txBody>
          <a:bodyPr spcFirstLastPara="1" wrap="square" lIns="91425" tIns="45700" rIns="91425" bIns="45700" anchor="ctr" anchorCtr="0">
            <a:normAutofit fontScale="47500" lnSpcReduction="20000"/>
          </a:bodyPr>
          <a:lstStyle/>
          <a:p>
            <a:pPr marL="0" lvl="0" indent="0" algn="l" rtl="0">
              <a:lnSpc>
                <a:spcPct val="115000"/>
              </a:lnSpc>
              <a:spcBef>
                <a:spcPts val="1200"/>
              </a:spcBef>
              <a:spcAft>
                <a:spcPts val="0"/>
              </a:spcAft>
              <a:buClr>
                <a:schemeClr val="dk1"/>
              </a:buClr>
              <a:buSzPct val="39153"/>
              <a:buFont typeface="Arial"/>
              <a:buNone/>
            </a:pPr>
            <a:r>
              <a:rPr lang="en-US" sz="2809" b="1">
                <a:solidFill>
                  <a:schemeClr val="dk1"/>
                </a:solidFill>
              </a:rPr>
              <a:t>Maternal Risk Highlights</a:t>
            </a:r>
            <a:endParaRPr sz="2809" b="1">
              <a:solidFill>
                <a:schemeClr val="dk1"/>
              </a:solidFill>
            </a:endParaRPr>
          </a:p>
          <a:p>
            <a:pPr marL="457200" lvl="0" indent="-313340" algn="l" rtl="0">
              <a:lnSpc>
                <a:spcPct val="115000"/>
              </a:lnSpc>
              <a:spcBef>
                <a:spcPts val="1200"/>
              </a:spcBef>
              <a:spcAft>
                <a:spcPts val="0"/>
              </a:spcAft>
              <a:buClr>
                <a:schemeClr val="dk1"/>
              </a:buClr>
              <a:buSzPct val="100000"/>
              <a:buFont typeface="Arial"/>
              <a:buChar char="●"/>
            </a:pPr>
            <a:r>
              <a:rPr lang="en-US" sz="2809" b="1">
                <a:solidFill>
                  <a:schemeClr val="dk1"/>
                </a:solidFill>
              </a:rPr>
              <a:t>BP Correlation</a:t>
            </a:r>
            <a:r>
              <a:rPr lang="en-US" sz="2809">
                <a:solidFill>
                  <a:schemeClr val="dk1"/>
                </a:solidFill>
              </a:rPr>
              <a:t>: Systolic and diastolic pressures show a strong positive correlation, clustering in the hypertensive zone—suggesting maternal cardiovascular strain as a key driver of C-section decisions.</a:t>
            </a:r>
            <a:endParaRPr sz="2809">
              <a:solidFill>
                <a:schemeClr val="dk1"/>
              </a:solidFill>
            </a:endParaRPr>
          </a:p>
          <a:p>
            <a:pPr marL="457200" lvl="0" indent="0" algn="l" rtl="0">
              <a:lnSpc>
                <a:spcPct val="115000"/>
              </a:lnSpc>
              <a:spcBef>
                <a:spcPts val="1200"/>
              </a:spcBef>
              <a:spcAft>
                <a:spcPts val="0"/>
              </a:spcAft>
              <a:buNone/>
            </a:pPr>
            <a:endParaRPr sz="2809">
              <a:solidFill>
                <a:schemeClr val="dk1"/>
              </a:solidFill>
            </a:endParaRPr>
          </a:p>
          <a:p>
            <a:pPr marL="457200" lvl="0" indent="-313340" algn="l" rtl="0">
              <a:lnSpc>
                <a:spcPct val="115000"/>
              </a:lnSpc>
              <a:spcBef>
                <a:spcPts val="1200"/>
              </a:spcBef>
              <a:spcAft>
                <a:spcPts val="0"/>
              </a:spcAft>
              <a:buClr>
                <a:schemeClr val="dk1"/>
              </a:buClr>
              <a:buSzPct val="100000"/>
              <a:buFont typeface="Arial"/>
              <a:buChar char="●"/>
            </a:pPr>
            <a:r>
              <a:rPr lang="en-US" sz="2809" b="1">
                <a:solidFill>
                  <a:schemeClr val="dk1"/>
                </a:solidFill>
              </a:rPr>
              <a:t>Preterm Risk</a:t>
            </a:r>
            <a:r>
              <a:rPr lang="en-US" sz="2809">
                <a:solidFill>
                  <a:schemeClr val="dk1"/>
                </a:solidFill>
              </a:rPr>
              <a:t>: HTN/PEC-only patients had a 6.64% preterm delivery rate—nearly 8× higher than GDM-only cases—highlighting hypertension as a stronger predictor of early delivery.</a:t>
            </a:r>
            <a:endParaRPr sz="2809">
              <a:solidFill>
                <a:schemeClr val="dk1"/>
              </a:solidFill>
            </a:endParaRPr>
          </a:p>
          <a:p>
            <a:pPr marL="0" lvl="0" indent="0" algn="l" rtl="0">
              <a:lnSpc>
                <a:spcPct val="110000"/>
              </a:lnSpc>
              <a:spcBef>
                <a:spcPts val="1200"/>
              </a:spcBef>
              <a:spcAft>
                <a:spcPts val="0"/>
              </a:spcAft>
              <a:buSzPct val="100000"/>
              <a:buNone/>
            </a:pPr>
            <a:endParaRPr/>
          </a:p>
        </p:txBody>
      </p:sp>
      <p:sp>
        <p:nvSpPr>
          <p:cNvPr id="231" name="Google Shape;231;p3"/>
          <p:cNvSpPr txBox="1">
            <a:spLocks noGrp="1"/>
          </p:cNvSpPr>
          <p:nvPr>
            <p:ph type="sldNum" idx="12"/>
          </p:nvPr>
        </p:nvSpPr>
        <p:spPr>
          <a:xfrm>
            <a:off x="11503152" y="0"/>
            <a:ext cx="685800" cy="6858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4</a:t>
            </a:fld>
            <a:endParaRPr/>
          </a:p>
        </p:txBody>
      </p:sp>
      <p:sp>
        <p:nvSpPr>
          <p:cNvPr id="232" name="Google Shape;232;p3"/>
          <p:cNvSpPr txBox="1"/>
          <p:nvPr/>
        </p:nvSpPr>
        <p:spPr>
          <a:xfrm>
            <a:off x="11503152" y="0"/>
            <a:ext cx="685800" cy="685800"/>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fld id="{00000000-1234-1234-1234-123412341234}" type="slidenum">
              <a:rPr lang="en-US" sz="1200">
                <a:solidFill>
                  <a:schemeClr val="dk2"/>
                </a:solidFill>
                <a:latin typeface="Arial"/>
                <a:ea typeface="Arial"/>
                <a:cs typeface="Arial"/>
                <a:sym typeface="Arial"/>
              </a:rPr>
              <a:t>4</a:t>
            </a:fld>
            <a:endParaRPr sz="1200">
              <a:solidFill>
                <a:schemeClr val="dk2"/>
              </a:solidFill>
              <a:latin typeface="Arial"/>
              <a:ea typeface="Arial"/>
              <a:cs typeface="Arial"/>
              <a:sym typeface="Arial"/>
            </a:endParaRPr>
          </a:p>
        </p:txBody>
      </p:sp>
      <p:pic>
        <p:nvPicPr>
          <p:cNvPr id="233" name="Google Shape;233;p3"/>
          <p:cNvPicPr preferRelativeResize="0"/>
          <p:nvPr/>
        </p:nvPicPr>
        <p:blipFill>
          <a:blip r:embed="rId3">
            <a:alphaModFix/>
          </a:blip>
          <a:stretch>
            <a:fillRect/>
          </a:stretch>
        </p:blipFill>
        <p:spPr>
          <a:xfrm>
            <a:off x="75550" y="2207425"/>
            <a:ext cx="3855301" cy="3896350"/>
          </a:xfrm>
          <a:prstGeom prst="rect">
            <a:avLst/>
          </a:prstGeom>
          <a:noFill/>
          <a:ln>
            <a:noFill/>
          </a:ln>
        </p:spPr>
      </p:pic>
      <p:pic>
        <p:nvPicPr>
          <p:cNvPr id="234" name="Google Shape;234;p3"/>
          <p:cNvPicPr preferRelativeResize="0"/>
          <p:nvPr/>
        </p:nvPicPr>
        <p:blipFill>
          <a:blip r:embed="rId4">
            <a:alphaModFix/>
          </a:blip>
          <a:stretch>
            <a:fillRect/>
          </a:stretch>
        </p:blipFill>
        <p:spPr>
          <a:xfrm>
            <a:off x="7644450" y="2300050"/>
            <a:ext cx="3742175" cy="3609600"/>
          </a:xfrm>
          <a:prstGeom prst="rect">
            <a:avLst/>
          </a:prstGeom>
          <a:noFill/>
          <a:ln>
            <a:noFill/>
          </a:ln>
        </p:spPr>
      </p:pic>
      <p:cxnSp>
        <p:nvCxnSpPr>
          <p:cNvPr id="235" name="Google Shape;235;p3"/>
          <p:cNvCxnSpPr/>
          <p:nvPr/>
        </p:nvCxnSpPr>
        <p:spPr>
          <a:xfrm rot="10800000" flipH="1">
            <a:off x="3887875" y="2859875"/>
            <a:ext cx="570600" cy="580800"/>
          </a:xfrm>
          <a:prstGeom prst="straightConnector1">
            <a:avLst/>
          </a:prstGeom>
          <a:noFill/>
          <a:ln w="9525" cap="flat" cmpd="sng">
            <a:solidFill>
              <a:schemeClr val="dk2"/>
            </a:solidFill>
            <a:prstDash val="solid"/>
            <a:round/>
            <a:headEnd type="none" w="med" len="med"/>
            <a:tailEnd type="none" w="med" len="med"/>
          </a:ln>
        </p:spPr>
      </p:cxnSp>
      <p:cxnSp>
        <p:nvCxnSpPr>
          <p:cNvPr id="236" name="Google Shape;236;p3"/>
          <p:cNvCxnSpPr/>
          <p:nvPr/>
        </p:nvCxnSpPr>
        <p:spPr>
          <a:xfrm rot="10800000" flipH="1">
            <a:off x="7171700" y="4542125"/>
            <a:ext cx="801000" cy="740700"/>
          </a:xfrm>
          <a:prstGeom prst="straightConnector1">
            <a:avLst/>
          </a:prstGeom>
          <a:noFill/>
          <a:ln w="9525" cap="flat" cmpd="sng">
            <a:solidFill>
              <a:schemeClr val="dk2"/>
            </a:solidFill>
            <a:prstDash val="solid"/>
            <a:round/>
            <a:headEnd type="none" w="med" len="med"/>
            <a:tailEnd type="none" w="med" len="med"/>
          </a:ln>
        </p:spPr>
      </p:cxnSp>
      <p:sp>
        <p:nvSpPr>
          <p:cNvPr id="237" name="Google Shape;237;p3"/>
          <p:cNvSpPr txBox="1"/>
          <p:nvPr/>
        </p:nvSpPr>
        <p:spPr>
          <a:xfrm>
            <a:off x="152400" y="437175"/>
            <a:ext cx="1251600" cy="554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endParaRPr sz="2400" b="1">
              <a:solidFill>
                <a:schemeClr val="dk2"/>
              </a:solidFill>
            </a:endParaRPr>
          </a:p>
        </p:txBody>
      </p:sp>
      <p:pic>
        <p:nvPicPr>
          <p:cNvPr id="238" name="Google Shape;238;p3"/>
          <p:cNvPicPr preferRelativeResize="0"/>
          <p:nvPr/>
        </p:nvPicPr>
        <p:blipFill>
          <a:blip r:embed="rId5">
            <a:alphaModFix/>
          </a:blip>
          <a:stretch>
            <a:fillRect/>
          </a:stretch>
        </p:blipFill>
        <p:spPr>
          <a:xfrm>
            <a:off x="75550" y="866950"/>
            <a:ext cx="11381149" cy="11593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g3a26db39108_0_17"/>
          <p:cNvSpPr txBox="1"/>
          <p:nvPr/>
        </p:nvSpPr>
        <p:spPr>
          <a:xfrm>
            <a:off x="6217075" y="864875"/>
            <a:ext cx="5415300" cy="28353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SzPts val="1100"/>
              <a:buNone/>
            </a:pPr>
            <a:r>
              <a:rPr lang="en-US" sz="1600" b="1">
                <a:solidFill>
                  <a:schemeClr val="dk1"/>
                </a:solidFill>
              </a:rPr>
              <a:t>Pregnancy Highlights: </a:t>
            </a:r>
            <a:endParaRPr sz="1600" b="1">
              <a:solidFill>
                <a:schemeClr val="dk1"/>
              </a:solidFill>
            </a:endParaRPr>
          </a:p>
          <a:p>
            <a:pPr marL="0" lvl="0" indent="0" algn="l" rtl="0">
              <a:lnSpc>
                <a:spcPct val="115000"/>
              </a:lnSpc>
              <a:spcBef>
                <a:spcPts val="1200"/>
              </a:spcBef>
              <a:spcAft>
                <a:spcPts val="0"/>
              </a:spcAft>
              <a:buClr>
                <a:schemeClr val="dk1"/>
              </a:buClr>
              <a:buSzPts val="1100"/>
              <a:buFont typeface="Arial"/>
              <a:buNone/>
            </a:pPr>
            <a:r>
              <a:rPr lang="en-US" sz="1600">
                <a:solidFill>
                  <a:schemeClr val="dk1"/>
                </a:solidFill>
              </a:rPr>
              <a:t>Among 717 births, 7.4% were preterm—split evenly between spontaneous and medically indicated. IVF was the dominant assisted method, linked to fewer maternal risks. Traditional conception showed higher cesarean, miscarriage, and NICU rates, suggesting underlying disparities. First-time pregnancies were common, likely age-related.</a:t>
            </a:r>
            <a:endParaRPr sz="1600">
              <a:solidFill>
                <a:schemeClr val="dk1"/>
              </a:solidFill>
            </a:endParaRPr>
          </a:p>
          <a:p>
            <a:pPr marL="0" marR="0" lvl="0" indent="0" algn="l" rtl="0">
              <a:spcBef>
                <a:spcPts val="1200"/>
              </a:spcBef>
              <a:spcAft>
                <a:spcPts val="0"/>
              </a:spcAft>
              <a:buNone/>
            </a:pPr>
            <a:endParaRPr sz="1100" b="1">
              <a:solidFill>
                <a:schemeClr val="dk1"/>
              </a:solidFill>
            </a:endParaRPr>
          </a:p>
        </p:txBody>
      </p:sp>
      <p:sp>
        <p:nvSpPr>
          <p:cNvPr id="245" name="Google Shape;245;g3a26db39108_0_17"/>
          <p:cNvSpPr txBox="1"/>
          <p:nvPr/>
        </p:nvSpPr>
        <p:spPr>
          <a:xfrm>
            <a:off x="805841" y="3589307"/>
            <a:ext cx="5169000" cy="2042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1200"/>
              </a:spcAft>
              <a:buClr>
                <a:schemeClr val="dk1"/>
              </a:buClr>
              <a:buSzPts val="1100"/>
              <a:buFont typeface="Arial"/>
              <a:buNone/>
            </a:pPr>
            <a:r>
              <a:rPr lang="en-US" b="1">
                <a:solidFill>
                  <a:schemeClr val="dk1"/>
                </a:solidFill>
              </a:rPr>
              <a:t>Infant Health:</a:t>
            </a:r>
            <a:r>
              <a:rPr lang="en-US">
                <a:solidFill>
                  <a:schemeClr val="dk1"/>
                </a:solidFill>
              </a:rPr>
              <a:t> Gender distribution was balanced, anomalies were rare (3.7%), and birth weights averaged around 3000g. NICU admissions occurred across weight groups, indicating weight alone isn’t predictive. Hypoglycemia was more frequent in females, and glucose levels typically clustered near 50 mg/dL—though 8 infants had critical lows requiring urgent care. Most received oral treatment (68%), with low rates of phototherapy (8%) and birth injuries (0.84%).</a:t>
            </a:r>
            <a:endParaRPr/>
          </a:p>
        </p:txBody>
      </p:sp>
      <p:sp>
        <p:nvSpPr>
          <p:cNvPr id="246" name="Google Shape;246;g3a26db39108_0_17"/>
          <p:cNvSpPr txBox="1">
            <a:spLocks noGrp="1"/>
          </p:cNvSpPr>
          <p:nvPr>
            <p:ph type="title"/>
          </p:nvPr>
        </p:nvSpPr>
        <p:spPr>
          <a:xfrm>
            <a:off x="372125" y="101700"/>
            <a:ext cx="10864200" cy="482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3960"/>
              <a:buFont typeface="Arial"/>
              <a:buNone/>
            </a:pPr>
            <a:r>
              <a:rPr lang="en-US" sz="3160" b="1"/>
              <a:t>Pregnancy and Infant Insights</a:t>
            </a:r>
            <a:endParaRPr sz="3160" b="1"/>
          </a:p>
        </p:txBody>
      </p:sp>
      <p:pic>
        <p:nvPicPr>
          <p:cNvPr id="247" name="Google Shape;247;g3a26db39108_0_17" title="Screenshot 2025-11-11 at 11.53.44 AM.png"/>
          <p:cNvPicPr preferRelativeResize="0"/>
          <p:nvPr/>
        </p:nvPicPr>
        <p:blipFill>
          <a:blip r:embed="rId3">
            <a:alphaModFix/>
          </a:blip>
          <a:stretch>
            <a:fillRect/>
          </a:stretch>
        </p:blipFill>
        <p:spPr>
          <a:xfrm>
            <a:off x="684700" y="736500"/>
            <a:ext cx="5290149" cy="2700400"/>
          </a:xfrm>
          <a:prstGeom prst="rect">
            <a:avLst/>
          </a:prstGeom>
          <a:noFill/>
          <a:ln>
            <a:noFill/>
          </a:ln>
        </p:spPr>
      </p:pic>
      <p:pic>
        <p:nvPicPr>
          <p:cNvPr id="248" name="Google Shape;248;g3a26db39108_0_17" title="Screenshot 2025-11-11 at 12.03.33 PM.png"/>
          <p:cNvPicPr preferRelativeResize="0"/>
          <p:nvPr/>
        </p:nvPicPr>
        <p:blipFill>
          <a:blip r:embed="rId4">
            <a:alphaModFix/>
          </a:blip>
          <a:stretch>
            <a:fillRect/>
          </a:stretch>
        </p:blipFill>
        <p:spPr>
          <a:xfrm>
            <a:off x="6141025" y="3436900"/>
            <a:ext cx="5290150" cy="25517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pic>
        <p:nvPicPr>
          <p:cNvPr id="254" name="Google Shape;254;g3a27f525b5e_1_45"/>
          <p:cNvPicPr preferRelativeResize="0"/>
          <p:nvPr/>
        </p:nvPicPr>
        <p:blipFill>
          <a:blip r:embed="rId3">
            <a:alphaModFix/>
          </a:blip>
          <a:stretch>
            <a:fillRect/>
          </a:stretch>
        </p:blipFill>
        <p:spPr>
          <a:xfrm>
            <a:off x="986188" y="963375"/>
            <a:ext cx="4105275" cy="2419350"/>
          </a:xfrm>
          <a:prstGeom prst="rect">
            <a:avLst/>
          </a:prstGeom>
          <a:noFill/>
          <a:ln>
            <a:noFill/>
          </a:ln>
        </p:spPr>
      </p:pic>
      <p:sp>
        <p:nvSpPr>
          <p:cNvPr id="255" name="Google Shape;255;g3a27f525b5e_1_45"/>
          <p:cNvSpPr txBox="1"/>
          <p:nvPr/>
        </p:nvSpPr>
        <p:spPr>
          <a:xfrm>
            <a:off x="5573525" y="984000"/>
            <a:ext cx="5469900" cy="2544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US" sz="1600" dirty="0">
                <a:solidFill>
                  <a:schemeClr val="dk1"/>
                </a:solidFill>
              </a:rPr>
              <a:t>In this bar chart, among specified methods, IVF has the highest patient count. Clomid/</a:t>
            </a:r>
            <a:r>
              <a:rPr lang="en-US" sz="1600" dirty="0" err="1">
                <a:solidFill>
                  <a:schemeClr val="dk1"/>
                </a:solidFill>
              </a:rPr>
              <a:t>Letrazole</a:t>
            </a:r>
            <a:r>
              <a:rPr lang="en-US" sz="1600" dirty="0">
                <a:solidFill>
                  <a:schemeClr val="dk1"/>
                </a:solidFill>
              </a:rPr>
              <a:t> and IUI also show notable PCOS representation. These are often first-line treatments for PCOS-related infertility, suggesting a stepwise treatment pattern: Clomid/</a:t>
            </a:r>
            <a:r>
              <a:rPr lang="en-US" sz="1600" dirty="0" err="1">
                <a:solidFill>
                  <a:schemeClr val="dk1"/>
                </a:solidFill>
              </a:rPr>
              <a:t>Letrazole</a:t>
            </a:r>
            <a:r>
              <a:rPr lang="en-US" sz="1600" dirty="0">
                <a:solidFill>
                  <a:schemeClr val="dk1"/>
                </a:solidFill>
              </a:rPr>
              <a:t> → IUI → IVF/ICSI if needed. ICSI and Other Methods Are Less Common.</a:t>
            </a:r>
            <a:endParaRPr sz="1600" dirty="0">
              <a:solidFill>
                <a:schemeClr val="dk1"/>
              </a:solidFill>
            </a:endParaRPr>
          </a:p>
          <a:p>
            <a:pPr marL="0" lvl="0" indent="0" algn="l" rtl="0">
              <a:spcBef>
                <a:spcPts val="1200"/>
              </a:spcBef>
              <a:spcAft>
                <a:spcPts val="0"/>
              </a:spcAft>
              <a:buNone/>
            </a:pPr>
            <a:endParaRPr sz="2400" dirty="0">
              <a:solidFill>
                <a:schemeClr val="dk2"/>
              </a:solidFill>
            </a:endParaRPr>
          </a:p>
        </p:txBody>
      </p:sp>
      <p:pic>
        <p:nvPicPr>
          <p:cNvPr id="256" name="Google Shape;256;g3a27f525b5e_1_45"/>
          <p:cNvPicPr preferRelativeResize="0"/>
          <p:nvPr/>
        </p:nvPicPr>
        <p:blipFill>
          <a:blip r:embed="rId4">
            <a:alphaModFix/>
          </a:blip>
          <a:stretch>
            <a:fillRect/>
          </a:stretch>
        </p:blipFill>
        <p:spPr>
          <a:xfrm>
            <a:off x="5793625" y="3789575"/>
            <a:ext cx="4105276" cy="2241300"/>
          </a:xfrm>
          <a:prstGeom prst="rect">
            <a:avLst/>
          </a:prstGeom>
          <a:noFill/>
          <a:ln>
            <a:noFill/>
          </a:ln>
        </p:spPr>
      </p:pic>
      <p:sp>
        <p:nvSpPr>
          <p:cNvPr id="257" name="Google Shape;257;g3a27f525b5e_1_45"/>
          <p:cNvSpPr txBox="1"/>
          <p:nvPr/>
        </p:nvSpPr>
        <p:spPr>
          <a:xfrm>
            <a:off x="996025" y="3561950"/>
            <a:ext cx="4362600" cy="22413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1200"/>
              </a:spcAft>
              <a:buNone/>
            </a:pPr>
            <a:r>
              <a:rPr lang="en-US" sz="1600" dirty="0">
                <a:solidFill>
                  <a:schemeClr val="dk1"/>
                </a:solidFill>
              </a:rPr>
              <a:t>This Waterfall Chart reveals a focused story about patient-level engagement or documentation </a:t>
            </a:r>
            <a:r>
              <a:rPr lang="en-US" sz="1600" dirty="0" err="1">
                <a:solidFill>
                  <a:schemeClr val="dk1"/>
                </a:solidFill>
              </a:rPr>
              <a:t>activity.A</a:t>
            </a:r>
            <a:r>
              <a:rPr lang="en-US" sz="1600" dirty="0">
                <a:solidFill>
                  <a:schemeClr val="dk1"/>
                </a:solidFill>
              </a:rPr>
              <a:t> few </a:t>
            </a:r>
            <a:r>
              <a:rPr lang="en-US" sz="1600" dirty="0" err="1">
                <a:solidFill>
                  <a:schemeClr val="dk1"/>
                </a:solidFill>
              </a:rPr>
              <a:t>PtIDs</a:t>
            </a:r>
            <a:r>
              <a:rPr lang="en-US" sz="1600" dirty="0">
                <a:solidFill>
                  <a:schemeClr val="dk1"/>
                </a:solidFill>
              </a:rPr>
              <a:t> (e.g., 829, 873, 61) have remarkably high counts of comments, reaching up to 30–35 entries. Most </a:t>
            </a:r>
            <a:r>
              <a:rPr lang="en-US" sz="1600" dirty="0" err="1">
                <a:solidFill>
                  <a:schemeClr val="dk1"/>
                </a:solidFill>
              </a:rPr>
              <a:t>PtIDs</a:t>
            </a:r>
            <a:r>
              <a:rPr lang="en-US" sz="1600" dirty="0">
                <a:solidFill>
                  <a:schemeClr val="dk1"/>
                </a:solidFill>
              </a:rPr>
              <a:t> have moderate to low comment counts, while a handful dominate the chart</a:t>
            </a:r>
            <a:endParaRPr sz="2400" dirty="0">
              <a:solidFill>
                <a:schemeClr val="dk2"/>
              </a:solidFill>
            </a:endParaRPr>
          </a:p>
        </p:txBody>
      </p:sp>
      <p:sp>
        <p:nvSpPr>
          <p:cNvPr id="258" name="Google Shape;258;g3a27f525b5e_1_45"/>
          <p:cNvSpPr txBox="1">
            <a:spLocks noGrp="1"/>
          </p:cNvSpPr>
          <p:nvPr>
            <p:ph type="title"/>
          </p:nvPr>
        </p:nvSpPr>
        <p:spPr>
          <a:xfrm>
            <a:off x="372125" y="101700"/>
            <a:ext cx="10864200" cy="4824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2"/>
              </a:buClr>
              <a:buSzPts val="3960"/>
              <a:buFont typeface="Arial"/>
              <a:buNone/>
            </a:pPr>
            <a:r>
              <a:rPr lang="en-US" sz="3160" b="1"/>
              <a:t>PCOS and General Comments</a:t>
            </a:r>
            <a:endParaRPr sz="3160" b="1"/>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6"/>
          <p:cNvSpPr txBox="1">
            <a:spLocks noGrp="1"/>
          </p:cNvSpPr>
          <p:nvPr>
            <p:ph type="ctrTitle"/>
          </p:nvPr>
        </p:nvSpPr>
        <p:spPr>
          <a:xfrm>
            <a:off x="422897" y="576263"/>
            <a:ext cx="5646541" cy="3304494"/>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2"/>
              </a:buClr>
              <a:buSzPts val="4400"/>
              <a:buFont typeface="Arial"/>
              <a:buNone/>
            </a:pPr>
            <a:r>
              <a:rPr lang="en-US"/>
              <a:t>      THANK YOU</a:t>
            </a:r>
            <a:endParaRPr/>
          </a:p>
        </p:txBody>
      </p:sp>
      <p:sp>
        <p:nvSpPr>
          <p:cNvPr id="265" name="Google Shape;265;p6"/>
          <p:cNvSpPr txBox="1">
            <a:spLocks noGrp="1"/>
          </p:cNvSpPr>
          <p:nvPr>
            <p:ph type="body" idx="1"/>
          </p:nvPr>
        </p:nvSpPr>
        <p:spPr>
          <a:xfrm>
            <a:off x="422275" y="4148138"/>
            <a:ext cx="5673726" cy="1528762"/>
          </a:xfrm>
          <a:prstGeom prst="rect">
            <a:avLst/>
          </a:prstGeom>
          <a:noFill/>
          <a:ln>
            <a:noFill/>
          </a:ln>
        </p:spPr>
        <p:txBody>
          <a:bodyPr spcFirstLastPara="1" wrap="square" lIns="91425" tIns="45700" rIns="91425" bIns="45700" anchor="t" anchorCtr="0">
            <a:normAutofit/>
          </a:bodyPr>
          <a:lstStyle/>
          <a:p>
            <a:pPr marL="0" lvl="0" indent="0" algn="l" rtl="0">
              <a:lnSpc>
                <a:spcPct val="110000"/>
              </a:lnSpc>
              <a:spcBef>
                <a:spcPts val="0"/>
              </a:spcBef>
              <a:spcAft>
                <a:spcPts val="0"/>
              </a:spcAft>
              <a:buSzPts val="2400"/>
              <a:buNone/>
            </a:pPr>
            <a:endParaRPr/>
          </a:p>
        </p:txBody>
      </p:sp>
      <p:pic>
        <p:nvPicPr>
          <p:cNvPr id="266" name="Google Shape;266;p6" descr="A plant in a pot"/>
          <p:cNvPicPr preferRelativeResize="0">
            <a:picLocks noGrp="1"/>
          </p:cNvPicPr>
          <p:nvPr>
            <p:ph type="pic" idx="2"/>
          </p:nvPr>
        </p:nvPicPr>
        <p:blipFill rotWithShape="1">
          <a:blip r:embed="rId3">
            <a:alphaModFix/>
          </a:blip>
          <a:srcRect l="12" r="13"/>
          <a:stretch/>
        </p:blipFill>
        <p:spPr>
          <a:xfrm>
            <a:off x="6483095" y="-1"/>
            <a:ext cx="5013087" cy="6857998"/>
          </a:xfrm>
          <a:prstGeom prst="rect">
            <a:avLst/>
          </a:prstGeom>
          <a:solidFill>
            <a:schemeClr val="accent3"/>
          </a:solidFill>
          <a:ln>
            <a:noFill/>
          </a:ln>
        </p:spPr>
      </p:pic>
    </p:spTree>
  </p:cSld>
  <p:clrMapOvr>
    <a:masterClrMapping/>
  </p:clrMapOvr>
</p:sld>
</file>

<file path=ppt/theme/theme1.xml><?xml version="1.0" encoding="utf-8"?>
<a:theme xmlns:a="http://schemas.openxmlformats.org/drawingml/2006/main" name="OffsetVTI">
  <a:themeElements>
    <a:clrScheme name="Custom 20">
      <a:dk1>
        <a:srgbClr val="000000"/>
      </a:dk1>
      <a:lt1>
        <a:srgbClr val="FFFFFF"/>
      </a:lt1>
      <a:dk2>
        <a:srgbClr val="2C3948"/>
      </a:dk2>
      <a:lt2>
        <a:srgbClr val="F4F4F4"/>
      </a:lt2>
      <a:accent1>
        <a:srgbClr val="F49D90"/>
      </a:accent1>
      <a:accent2>
        <a:srgbClr val="D6947C"/>
      </a:accent2>
      <a:accent3>
        <a:srgbClr val="BF8484"/>
      </a:accent3>
      <a:accent4>
        <a:srgbClr val="96A9AA"/>
      </a:accent4>
      <a:accent5>
        <a:srgbClr val="DD796C"/>
      </a:accent5>
      <a:accent6>
        <a:srgbClr val="D09145"/>
      </a:accent6>
      <a:hlink>
        <a:srgbClr val="DF686A"/>
      </a:hlink>
      <a:folHlink>
        <a:srgbClr val="F93F1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477</Words>
  <Application>Microsoft Office PowerPoint</Application>
  <PresentationFormat>Widescreen</PresentationFormat>
  <Paragraphs>31</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Calibri</vt:lpstr>
      <vt:lpstr>Arial</vt:lpstr>
      <vt:lpstr>Helvetica Neue</vt:lpstr>
      <vt:lpstr>Noto Sans Symbols</vt:lpstr>
      <vt:lpstr>OffsetVTI</vt:lpstr>
      <vt:lpstr>PowerPoint Presentation</vt:lpstr>
      <vt:lpstr>PowerPoint Presentation</vt:lpstr>
      <vt:lpstr>Maternity and Fetal Health Insights</vt:lpstr>
      <vt:lpstr>Hypertension and Preterm Risk in C-Section deliveries</vt:lpstr>
      <vt:lpstr>Pregnancy and Infant Insights</vt:lpstr>
      <vt:lpstr>PCOS and General Comments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ruchi shrivastava</dc:creator>
  <cp:lastModifiedBy>Purnima Chandrasekaran</cp:lastModifiedBy>
  <cp:revision>1</cp:revision>
  <dcterms:created xsi:type="dcterms:W3CDTF">2025-11-10T02:58:58Z</dcterms:created>
  <dcterms:modified xsi:type="dcterms:W3CDTF">2025-11-12T03:24:38Z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