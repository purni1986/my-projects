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Comic Sans MS" panose="030F0702030302020204" pitchFamily="66" charset="0"/>
      <p:regular r:id="rId11"/>
      <p:bold r:id="rId12"/>
      <p:italic r:id="rId13"/>
      <p:boldItalic r:id="rId14"/>
    </p:embeddedFont>
    <p:embeddedFont>
      <p:font typeface="Covered By Your Grace" panose="020B0604020202020204" charset="0"/>
      <p:regular r:id="rId15"/>
    </p:embeddedFont>
    <p:embeddedFont>
      <p:font typeface="Roboto Serif" panose="020B060402020202020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50" y="29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68d9ebb66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68d9ebb66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68d9ebb66b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68d9ebb66b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68d9ebb66b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68d9ebb66b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8d9ebb66b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8d9ebb66b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68d9ebb66b_0_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68d9ebb66b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68d9ebb66b_0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68d9ebb66b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8d9ebb66b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8d9ebb66b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68d9ebb66b_0_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68d9ebb66b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title slide" type="title">
  <p:cSld name="TITLE">
    <p:bg>
      <p:bgPr>
        <a:solidFill>
          <a:schemeClr val="accent1"/>
        </a:solidFill>
        <a:effectLst/>
      </p:bgPr>
    </p:bg>
    <p:spTree>
      <p:nvGrpSpPr>
        <p:cNvPr id="1" name="Shape 9"/>
        <p:cNvGrpSpPr/>
        <p:nvPr/>
      </p:nvGrpSpPr>
      <p:grpSpPr>
        <a:xfrm>
          <a:off x="0" y="0"/>
          <a:ext cx="0" cy="0"/>
          <a:chOff x="0" y="0"/>
          <a:chExt cx="0" cy="0"/>
        </a:xfrm>
      </p:grpSpPr>
      <p:sp>
        <p:nvSpPr>
          <p:cNvPr id="10" name="Google Shape;10;p2"/>
          <p:cNvSpPr>
            <a:spLocks noGrp="1"/>
          </p:cNvSpPr>
          <p:nvPr>
            <p:ph type="pic" idx="2"/>
          </p:nvPr>
        </p:nvSpPr>
        <p:spPr>
          <a:xfrm>
            <a:off x="5640475" y="209200"/>
            <a:ext cx="3308100" cy="4725300"/>
          </a:xfrm>
          <a:prstGeom prst="rect">
            <a:avLst/>
          </a:prstGeom>
          <a:noFill/>
          <a:ln w="19050" cap="flat" cmpd="sng">
            <a:solidFill>
              <a:schemeClr val="dk2"/>
            </a:solidFill>
            <a:prstDash val="solid"/>
            <a:round/>
            <a:headEnd type="none" w="sm" len="sm"/>
            <a:tailEnd type="none" w="sm" len="sm"/>
          </a:ln>
        </p:spPr>
      </p:sp>
      <p:sp>
        <p:nvSpPr>
          <p:cNvPr id="11" name="Google Shape;11;p2"/>
          <p:cNvSpPr txBox="1">
            <a:spLocks noGrp="1"/>
          </p:cNvSpPr>
          <p:nvPr>
            <p:ph type="subTitle" idx="1"/>
          </p:nvPr>
        </p:nvSpPr>
        <p:spPr>
          <a:xfrm>
            <a:off x="85725" y="3814125"/>
            <a:ext cx="6422100" cy="632100"/>
          </a:xfrm>
          <a:prstGeom prst="rect">
            <a:avLst/>
          </a:prstGeom>
        </p:spPr>
        <p:txBody>
          <a:bodyPr spcFirstLastPara="1" wrap="square" lIns="91425" tIns="91425" rIns="91425" bIns="91425" anchor="t" anchorCtr="0">
            <a:noAutofit/>
          </a:bodyPr>
          <a:lstStyle>
            <a:lvl1pPr lvl="0">
              <a:spcBef>
                <a:spcPts val="0"/>
              </a:spcBef>
              <a:spcAft>
                <a:spcPts val="0"/>
              </a:spcAft>
              <a:buSzPts val="3600"/>
              <a:buFont typeface="Covered By Your Grace"/>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 name="Google Shape;12;p2"/>
          <p:cNvSpPr txBox="1">
            <a:spLocks noGrp="1"/>
          </p:cNvSpPr>
          <p:nvPr>
            <p:ph type="body" idx="3"/>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3" name="Google Shape;13;p2"/>
          <p:cNvSpPr txBox="1">
            <a:spLocks noGrp="1"/>
          </p:cNvSpPr>
          <p:nvPr>
            <p:ph type="body" idx="4"/>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4" name="Google Shape;14;p2"/>
          <p:cNvSpPr txBox="1">
            <a:spLocks noGrp="1"/>
          </p:cNvSpPr>
          <p:nvPr>
            <p:ph type="title"/>
          </p:nvPr>
        </p:nvSpPr>
        <p:spPr>
          <a:xfrm>
            <a:off x="85725" y="103525"/>
            <a:ext cx="5280300" cy="37107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endParaRPr/>
          </a:p>
        </p:txBody>
      </p:sp>
    </p:spTree>
  </p:cSld>
  <p:clrMapOvr>
    <a:masterClrMapping/>
  </p:clrMapOvr>
  <p:extLst>
    <p:ext uri="{DCECCB84-F9BA-43D5-87BE-67443E8EF086}">
      <p15:sldGuideLst xmlns:p15="http://schemas.microsoft.com/office/powerpoint/2012/main">
        <p15:guide id="1" orient="horz" pos="3151">
          <p15:clr>
            <a:srgbClr val="E46962"/>
          </p15:clr>
        </p15:guide>
        <p15:guide id="2" pos="1437">
          <p15:clr>
            <a:srgbClr val="E46962"/>
          </p15:clr>
        </p15:guide>
        <p15:guide id="3" pos="104">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2"/>
        </a:solidFill>
        <a:effectLst/>
      </p:bgPr>
    </p:bg>
    <p:spTree>
      <p:nvGrpSpPr>
        <p:cNvPr id="1" name="Shape 15"/>
        <p:cNvGrpSpPr/>
        <p:nvPr/>
      </p:nvGrpSpPr>
      <p:grpSpPr>
        <a:xfrm>
          <a:off x="0" y="0"/>
          <a:ext cx="0" cy="0"/>
          <a:chOff x="0" y="0"/>
          <a:chExt cx="0" cy="0"/>
        </a:xfrm>
      </p:grpSpPr>
      <p:sp>
        <p:nvSpPr>
          <p:cNvPr id="16" name="Google Shape;16;p3"/>
          <p:cNvSpPr/>
          <p:nvPr/>
        </p:nvSpPr>
        <p:spPr>
          <a:xfrm>
            <a:off x="240000" y="303450"/>
            <a:ext cx="308700" cy="4536600"/>
          </a:xfrm>
          <a:prstGeom prst="leftBracket">
            <a:avLst>
              <a:gd name="adj" fmla="val 8333"/>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Serif"/>
              <a:ea typeface="Roboto Serif"/>
              <a:cs typeface="Roboto Serif"/>
              <a:sym typeface="Roboto Serif"/>
            </a:endParaRPr>
          </a:p>
        </p:txBody>
      </p:sp>
      <p:sp>
        <p:nvSpPr>
          <p:cNvPr id="17" name="Google Shape;17;p3"/>
          <p:cNvSpPr/>
          <p:nvPr/>
        </p:nvSpPr>
        <p:spPr>
          <a:xfrm rot="10800000">
            <a:off x="8626600" y="303450"/>
            <a:ext cx="308700" cy="4536600"/>
          </a:xfrm>
          <a:prstGeom prst="leftBracket">
            <a:avLst>
              <a:gd name="adj" fmla="val 8333"/>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Serif"/>
              <a:ea typeface="Roboto Serif"/>
              <a:cs typeface="Roboto Serif"/>
              <a:sym typeface="Roboto Serif"/>
            </a:endParaRPr>
          </a:p>
        </p:txBody>
      </p:sp>
      <p:sp>
        <p:nvSpPr>
          <p:cNvPr id="18" name="Google Shape;18;p3"/>
          <p:cNvSpPr txBox="1">
            <a:spLocks noGrp="1"/>
          </p:cNvSpPr>
          <p:nvPr>
            <p:ph type="title"/>
          </p:nvPr>
        </p:nvSpPr>
        <p:spPr>
          <a:xfrm>
            <a:off x="618600" y="694800"/>
            <a:ext cx="7906800" cy="37539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Clr>
                <a:schemeClr val="accent6"/>
              </a:buClr>
              <a:buSzPts val="9600"/>
              <a:buNone/>
              <a:defRPr sz="9600">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 TOC" type="tx">
  <p:cSld name="TITLE_AND_BODY">
    <p:bg>
      <p:bgPr>
        <a:solidFill>
          <a:schemeClr val="accent5"/>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4"/>
          <p:cNvSpPr txBox="1">
            <a:spLocks noGrp="1"/>
          </p:cNvSpPr>
          <p:nvPr>
            <p:ph type="subTitle" idx="1"/>
          </p:nvPr>
        </p:nvSpPr>
        <p:spPr>
          <a:xfrm>
            <a:off x="4083950" y="113500"/>
            <a:ext cx="709800" cy="32907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Font typeface="Covered By Your Grace"/>
              <a:buNone/>
              <a:defRPr sz="3000"/>
            </a:lvl1pPr>
            <a:lvl2pPr lvl="1" algn="r">
              <a:spcBef>
                <a:spcPts val="0"/>
              </a:spcBef>
              <a:spcAft>
                <a:spcPts val="0"/>
              </a:spcAft>
              <a:buSzPts val="2900"/>
              <a:buFont typeface="Covered By Your Grace"/>
              <a:buNone/>
              <a:defRPr sz="2900"/>
            </a:lvl2pPr>
            <a:lvl3pPr lvl="2" algn="r">
              <a:spcBef>
                <a:spcPts val="0"/>
              </a:spcBef>
              <a:spcAft>
                <a:spcPts val="0"/>
              </a:spcAft>
              <a:buSzPts val="2900"/>
              <a:buFont typeface="Covered By Your Grace"/>
              <a:buNone/>
              <a:defRPr sz="2900"/>
            </a:lvl3pPr>
            <a:lvl4pPr lvl="3" algn="r">
              <a:spcBef>
                <a:spcPts val="0"/>
              </a:spcBef>
              <a:spcAft>
                <a:spcPts val="0"/>
              </a:spcAft>
              <a:buSzPts val="2900"/>
              <a:buFont typeface="Covered By Your Grace"/>
              <a:buNone/>
              <a:defRPr sz="2900"/>
            </a:lvl4pPr>
            <a:lvl5pPr lvl="4" algn="r">
              <a:spcBef>
                <a:spcPts val="0"/>
              </a:spcBef>
              <a:spcAft>
                <a:spcPts val="0"/>
              </a:spcAft>
              <a:buSzPts val="2900"/>
              <a:buFont typeface="Covered By Your Grace"/>
              <a:buNone/>
              <a:defRPr sz="2900"/>
            </a:lvl5pPr>
            <a:lvl6pPr lvl="5" algn="r">
              <a:spcBef>
                <a:spcPts val="0"/>
              </a:spcBef>
              <a:spcAft>
                <a:spcPts val="0"/>
              </a:spcAft>
              <a:buSzPts val="2900"/>
              <a:buFont typeface="Covered By Your Grace"/>
              <a:buNone/>
              <a:defRPr sz="2900"/>
            </a:lvl6pPr>
            <a:lvl7pPr lvl="6" algn="r">
              <a:spcBef>
                <a:spcPts val="0"/>
              </a:spcBef>
              <a:spcAft>
                <a:spcPts val="0"/>
              </a:spcAft>
              <a:buSzPts val="2900"/>
              <a:buFont typeface="Covered By Your Grace"/>
              <a:buNone/>
              <a:defRPr sz="2900"/>
            </a:lvl7pPr>
            <a:lvl8pPr lvl="7" algn="r">
              <a:spcBef>
                <a:spcPts val="0"/>
              </a:spcBef>
              <a:spcAft>
                <a:spcPts val="0"/>
              </a:spcAft>
              <a:buSzPts val="2900"/>
              <a:buFont typeface="Covered By Your Grace"/>
              <a:buNone/>
              <a:defRPr sz="2900"/>
            </a:lvl8pPr>
            <a:lvl9pPr lvl="8" algn="r">
              <a:spcBef>
                <a:spcPts val="0"/>
              </a:spcBef>
              <a:spcAft>
                <a:spcPts val="0"/>
              </a:spcAft>
              <a:buSzPts val="2900"/>
              <a:buFont typeface="Covered By Your Grace"/>
              <a:buNone/>
              <a:defRPr sz="2900"/>
            </a:lvl9pPr>
          </a:lstStyle>
          <a:p>
            <a:endParaRPr/>
          </a:p>
        </p:txBody>
      </p:sp>
      <p:sp>
        <p:nvSpPr>
          <p:cNvPr id="22" name="Google Shape;22;p4"/>
          <p:cNvSpPr txBox="1">
            <a:spLocks noGrp="1"/>
          </p:cNvSpPr>
          <p:nvPr>
            <p:ph type="title"/>
          </p:nvPr>
        </p:nvSpPr>
        <p:spPr>
          <a:xfrm>
            <a:off x="157654" y="116473"/>
            <a:ext cx="3874800" cy="31893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23" name="Google Shape;23;p4"/>
          <p:cNvSpPr txBox="1">
            <a:spLocks noGrp="1"/>
          </p:cNvSpPr>
          <p:nvPr>
            <p:ph type="title" idx="2"/>
          </p:nvPr>
        </p:nvSpPr>
        <p:spPr>
          <a:xfrm>
            <a:off x="4947725" y="214975"/>
            <a:ext cx="3874800" cy="31893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4" name="Google Shape;24;p4"/>
          <p:cNvSpPr txBox="1">
            <a:spLocks noGrp="1"/>
          </p:cNvSpPr>
          <p:nvPr>
            <p:ph type="body" idx="3"/>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25" name="Google Shape;25;p4"/>
          <p:cNvSpPr txBox="1">
            <a:spLocks noGrp="1"/>
          </p:cNvSpPr>
          <p:nvPr>
            <p:ph type="body" idx="4"/>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4-Image Grid" type="twoColTx">
  <p:cSld name="TITLE_AND_TWO_COLUMNS">
    <p:bg>
      <p:bgPr>
        <a:solidFill>
          <a:schemeClr val="accent3"/>
        </a:solidFill>
        <a:effectLst/>
      </p:bgPr>
    </p:bg>
    <p:spTree>
      <p:nvGrpSpPr>
        <p:cNvPr id="1" name="Shape 26"/>
        <p:cNvGrpSpPr/>
        <p:nvPr/>
      </p:nvGrpSpPr>
      <p:grpSpPr>
        <a:xfrm>
          <a:off x="0" y="0"/>
          <a:ext cx="0" cy="0"/>
          <a:chOff x="0" y="0"/>
          <a:chExt cx="0" cy="0"/>
        </a:xfrm>
      </p:grpSpPr>
      <p:sp>
        <p:nvSpPr>
          <p:cNvPr id="27" name="Google Shape;27;p5"/>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8" name="Google Shape;28;p5"/>
          <p:cNvSpPr>
            <a:spLocks noGrp="1"/>
          </p:cNvSpPr>
          <p:nvPr>
            <p:ph type="pic" idx="2"/>
          </p:nvPr>
        </p:nvSpPr>
        <p:spPr>
          <a:xfrm>
            <a:off x="165950" y="1270275"/>
            <a:ext cx="2057700" cy="2057700"/>
          </a:xfrm>
          <a:prstGeom prst="ellipse">
            <a:avLst/>
          </a:prstGeom>
          <a:noFill/>
          <a:ln w="28575" cap="flat" cmpd="sng">
            <a:solidFill>
              <a:schemeClr val="dk2"/>
            </a:solidFill>
            <a:prstDash val="solid"/>
            <a:round/>
            <a:headEnd type="none" w="sm" len="sm"/>
            <a:tailEnd type="none" w="sm" len="sm"/>
          </a:ln>
        </p:spPr>
      </p:sp>
      <p:sp>
        <p:nvSpPr>
          <p:cNvPr id="29" name="Google Shape;29;p5"/>
          <p:cNvSpPr>
            <a:spLocks noGrp="1"/>
          </p:cNvSpPr>
          <p:nvPr>
            <p:ph type="pic" idx="3"/>
          </p:nvPr>
        </p:nvSpPr>
        <p:spPr>
          <a:xfrm>
            <a:off x="6903088" y="1270275"/>
            <a:ext cx="2057700" cy="2057700"/>
          </a:xfrm>
          <a:prstGeom prst="ellipse">
            <a:avLst/>
          </a:prstGeom>
          <a:noFill/>
          <a:ln w="28575" cap="flat" cmpd="sng">
            <a:solidFill>
              <a:schemeClr val="dk2"/>
            </a:solidFill>
            <a:prstDash val="solid"/>
            <a:round/>
            <a:headEnd type="none" w="sm" len="sm"/>
            <a:tailEnd type="none" w="sm" len="sm"/>
          </a:ln>
        </p:spPr>
      </p:sp>
      <p:sp>
        <p:nvSpPr>
          <p:cNvPr id="30" name="Google Shape;30;p5"/>
          <p:cNvSpPr>
            <a:spLocks noGrp="1"/>
          </p:cNvSpPr>
          <p:nvPr>
            <p:ph type="pic" idx="4"/>
          </p:nvPr>
        </p:nvSpPr>
        <p:spPr>
          <a:xfrm>
            <a:off x="4658579" y="1270275"/>
            <a:ext cx="2057700" cy="2057700"/>
          </a:xfrm>
          <a:prstGeom prst="ellipse">
            <a:avLst/>
          </a:prstGeom>
          <a:noFill/>
          <a:ln w="28575" cap="flat" cmpd="sng">
            <a:solidFill>
              <a:schemeClr val="dk2"/>
            </a:solidFill>
            <a:prstDash val="solid"/>
            <a:round/>
            <a:headEnd type="none" w="sm" len="sm"/>
            <a:tailEnd type="none" w="sm" len="sm"/>
          </a:ln>
        </p:spPr>
      </p:sp>
      <p:sp>
        <p:nvSpPr>
          <p:cNvPr id="31" name="Google Shape;31;p5"/>
          <p:cNvSpPr>
            <a:spLocks noGrp="1"/>
          </p:cNvSpPr>
          <p:nvPr>
            <p:ph type="pic" idx="5"/>
          </p:nvPr>
        </p:nvSpPr>
        <p:spPr>
          <a:xfrm>
            <a:off x="2414065" y="1270275"/>
            <a:ext cx="2057700" cy="2057700"/>
          </a:xfrm>
          <a:prstGeom prst="ellipse">
            <a:avLst/>
          </a:prstGeom>
          <a:noFill/>
          <a:ln w="28575" cap="flat" cmpd="sng">
            <a:solidFill>
              <a:schemeClr val="dk2"/>
            </a:solidFill>
            <a:prstDash val="solid"/>
            <a:round/>
            <a:headEnd type="none" w="sm" len="sm"/>
            <a:tailEnd type="none" w="sm" len="sm"/>
          </a:ln>
        </p:spPr>
      </p:sp>
      <p:sp>
        <p:nvSpPr>
          <p:cNvPr id="32" name="Google Shape;32;p5"/>
          <p:cNvSpPr txBox="1">
            <a:spLocks noGrp="1"/>
          </p:cNvSpPr>
          <p:nvPr>
            <p:ph type="subTitle" idx="1"/>
          </p:nvPr>
        </p:nvSpPr>
        <p:spPr>
          <a:xfrm>
            <a:off x="165800" y="3454450"/>
            <a:ext cx="2015100" cy="3018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2000"/>
              <a:buFont typeface="Covered By Your Grace"/>
              <a:buNone/>
              <a:defRPr sz="2000"/>
            </a:lvl1pPr>
            <a:lvl2pPr lvl="1" algn="ctr">
              <a:lnSpc>
                <a:spcPct val="80000"/>
              </a:lnSpc>
              <a:spcBef>
                <a:spcPts val="0"/>
              </a:spcBef>
              <a:spcAft>
                <a:spcPts val="0"/>
              </a:spcAft>
              <a:buSzPts val="2000"/>
              <a:buFont typeface="Covered By Your Grace"/>
              <a:buNone/>
              <a:defRPr sz="2000"/>
            </a:lvl2pPr>
            <a:lvl3pPr lvl="2" algn="ctr">
              <a:lnSpc>
                <a:spcPct val="80000"/>
              </a:lnSpc>
              <a:spcBef>
                <a:spcPts val="0"/>
              </a:spcBef>
              <a:spcAft>
                <a:spcPts val="0"/>
              </a:spcAft>
              <a:buSzPts val="2000"/>
              <a:buFont typeface="Covered By Your Grace"/>
              <a:buNone/>
              <a:defRPr sz="2000"/>
            </a:lvl3pPr>
            <a:lvl4pPr lvl="3" algn="ctr">
              <a:lnSpc>
                <a:spcPct val="80000"/>
              </a:lnSpc>
              <a:spcBef>
                <a:spcPts val="0"/>
              </a:spcBef>
              <a:spcAft>
                <a:spcPts val="0"/>
              </a:spcAft>
              <a:buSzPts val="2000"/>
              <a:buFont typeface="Covered By Your Grace"/>
              <a:buNone/>
              <a:defRPr sz="2000"/>
            </a:lvl4pPr>
            <a:lvl5pPr lvl="4" algn="ctr">
              <a:lnSpc>
                <a:spcPct val="80000"/>
              </a:lnSpc>
              <a:spcBef>
                <a:spcPts val="0"/>
              </a:spcBef>
              <a:spcAft>
                <a:spcPts val="0"/>
              </a:spcAft>
              <a:buSzPts val="2000"/>
              <a:buFont typeface="Covered By Your Grace"/>
              <a:buNone/>
              <a:defRPr sz="2000"/>
            </a:lvl5pPr>
            <a:lvl6pPr lvl="5" algn="ctr">
              <a:lnSpc>
                <a:spcPct val="80000"/>
              </a:lnSpc>
              <a:spcBef>
                <a:spcPts val="0"/>
              </a:spcBef>
              <a:spcAft>
                <a:spcPts val="0"/>
              </a:spcAft>
              <a:buSzPts val="2000"/>
              <a:buFont typeface="Covered By Your Grace"/>
              <a:buNone/>
              <a:defRPr sz="2000"/>
            </a:lvl6pPr>
            <a:lvl7pPr lvl="6" algn="ctr">
              <a:lnSpc>
                <a:spcPct val="80000"/>
              </a:lnSpc>
              <a:spcBef>
                <a:spcPts val="0"/>
              </a:spcBef>
              <a:spcAft>
                <a:spcPts val="0"/>
              </a:spcAft>
              <a:buSzPts val="2000"/>
              <a:buFont typeface="Covered By Your Grace"/>
              <a:buNone/>
              <a:defRPr sz="2000"/>
            </a:lvl7pPr>
            <a:lvl8pPr lvl="7" algn="ctr">
              <a:lnSpc>
                <a:spcPct val="80000"/>
              </a:lnSpc>
              <a:spcBef>
                <a:spcPts val="0"/>
              </a:spcBef>
              <a:spcAft>
                <a:spcPts val="0"/>
              </a:spcAft>
              <a:buSzPts val="2000"/>
              <a:buFont typeface="Covered By Your Grace"/>
              <a:buNone/>
              <a:defRPr sz="2000"/>
            </a:lvl8pPr>
            <a:lvl9pPr lvl="8" algn="ctr">
              <a:lnSpc>
                <a:spcPct val="80000"/>
              </a:lnSpc>
              <a:spcBef>
                <a:spcPts val="0"/>
              </a:spcBef>
              <a:spcAft>
                <a:spcPts val="0"/>
              </a:spcAft>
              <a:buSzPts val="2000"/>
              <a:buFont typeface="Covered By Your Grace"/>
              <a:buNone/>
              <a:defRPr sz="2000"/>
            </a:lvl9pPr>
          </a:lstStyle>
          <a:p>
            <a:endParaRPr/>
          </a:p>
        </p:txBody>
      </p:sp>
      <p:sp>
        <p:nvSpPr>
          <p:cNvPr id="33" name="Google Shape;33;p5"/>
          <p:cNvSpPr txBox="1">
            <a:spLocks noGrp="1"/>
          </p:cNvSpPr>
          <p:nvPr>
            <p:ph type="subTitle" idx="6"/>
          </p:nvPr>
        </p:nvSpPr>
        <p:spPr>
          <a:xfrm>
            <a:off x="2414065" y="3454450"/>
            <a:ext cx="2057700" cy="3018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2000"/>
              <a:buFont typeface="Covered By Your Grace"/>
              <a:buNone/>
              <a:defRPr sz="2000"/>
            </a:lvl1pPr>
            <a:lvl2pPr lvl="1" algn="ctr">
              <a:lnSpc>
                <a:spcPct val="80000"/>
              </a:lnSpc>
              <a:spcBef>
                <a:spcPts val="0"/>
              </a:spcBef>
              <a:spcAft>
                <a:spcPts val="0"/>
              </a:spcAft>
              <a:buSzPts val="2000"/>
              <a:buFont typeface="Covered By Your Grace"/>
              <a:buNone/>
              <a:defRPr sz="2000"/>
            </a:lvl2pPr>
            <a:lvl3pPr lvl="2" algn="ctr">
              <a:lnSpc>
                <a:spcPct val="80000"/>
              </a:lnSpc>
              <a:spcBef>
                <a:spcPts val="0"/>
              </a:spcBef>
              <a:spcAft>
                <a:spcPts val="0"/>
              </a:spcAft>
              <a:buSzPts val="2000"/>
              <a:buFont typeface="Covered By Your Grace"/>
              <a:buNone/>
              <a:defRPr sz="2000"/>
            </a:lvl3pPr>
            <a:lvl4pPr lvl="3" algn="ctr">
              <a:lnSpc>
                <a:spcPct val="80000"/>
              </a:lnSpc>
              <a:spcBef>
                <a:spcPts val="0"/>
              </a:spcBef>
              <a:spcAft>
                <a:spcPts val="0"/>
              </a:spcAft>
              <a:buSzPts val="2000"/>
              <a:buFont typeface="Covered By Your Grace"/>
              <a:buNone/>
              <a:defRPr sz="2000"/>
            </a:lvl4pPr>
            <a:lvl5pPr lvl="4" algn="ctr">
              <a:lnSpc>
                <a:spcPct val="80000"/>
              </a:lnSpc>
              <a:spcBef>
                <a:spcPts val="0"/>
              </a:spcBef>
              <a:spcAft>
                <a:spcPts val="0"/>
              </a:spcAft>
              <a:buSzPts val="2000"/>
              <a:buFont typeface="Covered By Your Grace"/>
              <a:buNone/>
              <a:defRPr sz="2000"/>
            </a:lvl5pPr>
            <a:lvl6pPr lvl="5" algn="ctr">
              <a:lnSpc>
                <a:spcPct val="80000"/>
              </a:lnSpc>
              <a:spcBef>
                <a:spcPts val="0"/>
              </a:spcBef>
              <a:spcAft>
                <a:spcPts val="0"/>
              </a:spcAft>
              <a:buSzPts val="2000"/>
              <a:buFont typeface="Covered By Your Grace"/>
              <a:buNone/>
              <a:defRPr sz="2000"/>
            </a:lvl6pPr>
            <a:lvl7pPr lvl="6" algn="ctr">
              <a:lnSpc>
                <a:spcPct val="80000"/>
              </a:lnSpc>
              <a:spcBef>
                <a:spcPts val="0"/>
              </a:spcBef>
              <a:spcAft>
                <a:spcPts val="0"/>
              </a:spcAft>
              <a:buSzPts val="2000"/>
              <a:buFont typeface="Covered By Your Grace"/>
              <a:buNone/>
              <a:defRPr sz="2000"/>
            </a:lvl7pPr>
            <a:lvl8pPr lvl="7" algn="ctr">
              <a:lnSpc>
                <a:spcPct val="80000"/>
              </a:lnSpc>
              <a:spcBef>
                <a:spcPts val="0"/>
              </a:spcBef>
              <a:spcAft>
                <a:spcPts val="0"/>
              </a:spcAft>
              <a:buSzPts val="2000"/>
              <a:buFont typeface="Covered By Your Grace"/>
              <a:buNone/>
              <a:defRPr sz="2000"/>
            </a:lvl8pPr>
            <a:lvl9pPr lvl="8" algn="ctr">
              <a:lnSpc>
                <a:spcPct val="80000"/>
              </a:lnSpc>
              <a:spcBef>
                <a:spcPts val="0"/>
              </a:spcBef>
              <a:spcAft>
                <a:spcPts val="0"/>
              </a:spcAft>
              <a:buSzPts val="2000"/>
              <a:buFont typeface="Covered By Your Grace"/>
              <a:buNone/>
              <a:defRPr sz="2000"/>
            </a:lvl9pPr>
          </a:lstStyle>
          <a:p>
            <a:endParaRPr/>
          </a:p>
        </p:txBody>
      </p:sp>
      <p:sp>
        <p:nvSpPr>
          <p:cNvPr id="34" name="Google Shape;34;p5"/>
          <p:cNvSpPr txBox="1">
            <a:spLocks noGrp="1"/>
          </p:cNvSpPr>
          <p:nvPr>
            <p:ph type="subTitle" idx="7"/>
          </p:nvPr>
        </p:nvSpPr>
        <p:spPr>
          <a:xfrm>
            <a:off x="4658579" y="3454450"/>
            <a:ext cx="2057700" cy="3018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2000"/>
              <a:buFont typeface="Covered By Your Grace"/>
              <a:buNone/>
              <a:defRPr sz="2000"/>
            </a:lvl1pPr>
            <a:lvl2pPr lvl="1" algn="ctr">
              <a:lnSpc>
                <a:spcPct val="80000"/>
              </a:lnSpc>
              <a:spcBef>
                <a:spcPts val="0"/>
              </a:spcBef>
              <a:spcAft>
                <a:spcPts val="0"/>
              </a:spcAft>
              <a:buSzPts val="2000"/>
              <a:buFont typeface="Covered By Your Grace"/>
              <a:buNone/>
              <a:defRPr sz="2000"/>
            </a:lvl2pPr>
            <a:lvl3pPr lvl="2" algn="ctr">
              <a:lnSpc>
                <a:spcPct val="80000"/>
              </a:lnSpc>
              <a:spcBef>
                <a:spcPts val="0"/>
              </a:spcBef>
              <a:spcAft>
                <a:spcPts val="0"/>
              </a:spcAft>
              <a:buSzPts val="2000"/>
              <a:buFont typeface="Covered By Your Grace"/>
              <a:buNone/>
              <a:defRPr sz="2000"/>
            </a:lvl3pPr>
            <a:lvl4pPr lvl="3" algn="ctr">
              <a:lnSpc>
                <a:spcPct val="80000"/>
              </a:lnSpc>
              <a:spcBef>
                <a:spcPts val="0"/>
              </a:spcBef>
              <a:spcAft>
                <a:spcPts val="0"/>
              </a:spcAft>
              <a:buSzPts val="2000"/>
              <a:buFont typeface="Covered By Your Grace"/>
              <a:buNone/>
              <a:defRPr sz="2000"/>
            </a:lvl4pPr>
            <a:lvl5pPr lvl="4" algn="ctr">
              <a:lnSpc>
                <a:spcPct val="80000"/>
              </a:lnSpc>
              <a:spcBef>
                <a:spcPts val="0"/>
              </a:spcBef>
              <a:spcAft>
                <a:spcPts val="0"/>
              </a:spcAft>
              <a:buSzPts val="2000"/>
              <a:buFont typeface="Covered By Your Grace"/>
              <a:buNone/>
              <a:defRPr sz="2000"/>
            </a:lvl5pPr>
            <a:lvl6pPr lvl="5" algn="ctr">
              <a:lnSpc>
                <a:spcPct val="80000"/>
              </a:lnSpc>
              <a:spcBef>
                <a:spcPts val="0"/>
              </a:spcBef>
              <a:spcAft>
                <a:spcPts val="0"/>
              </a:spcAft>
              <a:buSzPts val="2000"/>
              <a:buFont typeface="Covered By Your Grace"/>
              <a:buNone/>
              <a:defRPr sz="2000"/>
            </a:lvl6pPr>
            <a:lvl7pPr lvl="6" algn="ctr">
              <a:lnSpc>
                <a:spcPct val="80000"/>
              </a:lnSpc>
              <a:spcBef>
                <a:spcPts val="0"/>
              </a:spcBef>
              <a:spcAft>
                <a:spcPts val="0"/>
              </a:spcAft>
              <a:buSzPts val="2000"/>
              <a:buFont typeface="Covered By Your Grace"/>
              <a:buNone/>
              <a:defRPr sz="2000"/>
            </a:lvl7pPr>
            <a:lvl8pPr lvl="7" algn="ctr">
              <a:lnSpc>
                <a:spcPct val="80000"/>
              </a:lnSpc>
              <a:spcBef>
                <a:spcPts val="0"/>
              </a:spcBef>
              <a:spcAft>
                <a:spcPts val="0"/>
              </a:spcAft>
              <a:buSzPts val="2000"/>
              <a:buFont typeface="Covered By Your Grace"/>
              <a:buNone/>
              <a:defRPr sz="2000"/>
            </a:lvl8pPr>
            <a:lvl9pPr lvl="8" algn="ctr">
              <a:lnSpc>
                <a:spcPct val="80000"/>
              </a:lnSpc>
              <a:spcBef>
                <a:spcPts val="0"/>
              </a:spcBef>
              <a:spcAft>
                <a:spcPts val="0"/>
              </a:spcAft>
              <a:buSzPts val="2000"/>
              <a:buFont typeface="Covered By Your Grace"/>
              <a:buNone/>
              <a:defRPr sz="2000"/>
            </a:lvl9pPr>
          </a:lstStyle>
          <a:p>
            <a:endParaRPr/>
          </a:p>
        </p:txBody>
      </p:sp>
      <p:sp>
        <p:nvSpPr>
          <p:cNvPr id="35" name="Google Shape;35;p5"/>
          <p:cNvSpPr txBox="1">
            <a:spLocks noGrp="1"/>
          </p:cNvSpPr>
          <p:nvPr>
            <p:ph type="subTitle" idx="8"/>
          </p:nvPr>
        </p:nvSpPr>
        <p:spPr>
          <a:xfrm>
            <a:off x="6903088" y="3454450"/>
            <a:ext cx="2057700" cy="3018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2000"/>
              <a:buFont typeface="Covered By Your Grace"/>
              <a:buNone/>
              <a:defRPr sz="2000"/>
            </a:lvl1pPr>
            <a:lvl2pPr lvl="1" algn="ctr">
              <a:lnSpc>
                <a:spcPct val="80000"/>
              </a:lnSpc>
              <a:spcBef>
                <a:spcPts val="0"/>
              </a:spcBef>
              <a:spcAft>
                <a:spcPts val="0"/>
              </a:spcAft>
              <a:buSzPts val="2000"/>
              <a:buFont typeface="Covered By Your Grace"/>
              <a:buNone/>
              <a:defRPr sz="2000"/>
            </a:lvl2pPr>
            <a:lvl3pPr lvl="2" algn="ctr">
              <a:lnSpc>
                <a:spcPct val="80000"/>
              </a:lnSpc>
              <a:spcBef>
                <a:spcPts val="0"/>
              </a:spcBef>
              <a:spcAft>
                <a:spcPts val="0"/>
              </a:spcAft>
              <a:buSzPts val="2000"/>
              <a:buFont typeface="Covered By Your Grace"/>
              <a:buNone/>
              <a:defRPr sz="2000"/>
            </a:lvl3pPr>
            <a:lvl4pPr lvl="3" algn="ctr">
              <a:lnSpc>
                <a:spcPct val="80000"/>
              </a:lnSpc>
              <a:spcBef>
                <a:spcPts val="0"/>
              </a:spcBef>
              <a:spcAft>
                <a:spcPts val="0"/>
              </a:spcAft>
              <a:buSzPts val="2000"/>
              <a:buFont typeface="Covered By Your Grace"/>
              <a:buNone/>
              <a:defRPr sz="2000"/>
            </a:lvl4pPr>
            <a:lvl5pPr lvl="4" algn="ctr">
              <a:lnSpc>
                <a:spcPct val="80000"/>
              </a:lnSpc>
              <a:spcBef>
                <a:spcPts val="0"/>
              </a:spcBef>
              <a:spcAft>
                <a:spcPts val="0"/>
              </a:spcAft>
              <a:buSzPts val="2000"/>
              <a:buFont typeface="Covered By Your Grace"/>
              <a:buNone/>
              <a:defRPr sz="2000"/>
            </a:lvl5pPr>
            <a:lvl6pPr lvl="5" algn="ctr">
              <a:lnSpc>
                <a:spcPct val="80000"/>
              </a:lnSpc>
              <a:spcBef>
                <a:spcPts val="0"/>
              </a:spcBef>
              <a:spcAft>
                <a:spcPts val="0"/>
              </a:spcAft>
              <a:buSzPts val="2000"/>
              <a:buFont typeface="Covered By Your Grace"/>
              <a:buNone/>
              <a:defRPr sz="2000"/>
            </a:lvl6pPr>
            <a:lvl7pPr lvl="6" algn="ctr">
              <a:lnSpc>
                <a:spcPct val="80000"/>
              </a:lnSpc>
              <a:spcBef>
                <a:spcPts val="0"/>
              </a:spcBef>
              <a:spcAft>
                <a:spcPts val="0"/>
              </a:spcAft>
              <a:buSzPts val="2000"/>
              <a:buFont typeface="Covered By Your Grace"/>
              <a:buNone/>
              <a:defRPr sz="2000"/>
            </a:lvl7pPr>
            <a:lvl8pPr lvl="7" algn="ctr">
              <a:lnSpc>
                <a:spcPct val="80000"/>
              </a:lnSpc>
              <a:spcBef>
                <a:spcPts val="0"/>
              </a:spcBef>
              <a:spcAft>
                <a:spcPts val="0"/>
              </a:spcAft>
              <a:buSzPts val="2000"/>
              <a:buFont typeface="Covered By Your Grace"/>
              <a:buNone/>
              <a:defRPr sz="2000"/>
            </a:lvl8pPr>
            <a:lvl9pPr lvl="8" algn="ctr">
              <a:lnSpc>
                <a:spcPct val="80000"/>
              </a:lnSpc>
              <a:spcBef>
                <a:spcPts val="0"/>
              </a:spcBef>
              <a:spcAft>
                <a:spcPts val="0"/>
              </a:spcAft>
              <a:buSzPts val="2000"/>
              <a:buFont typeface="Covered By Your Grace"/>
              <a:buNone/>
              <a:defRPr sz="2000"/>
            </a:lvl9pPr>
          </a:lstStyle>
          <a:p>
            <a:endParaRPr/>
          </a:p>
        </p:txBody>
      </p:sp>
      <p:sp>
        <p:nvSpPr>
          <p:cNvPr id="36" name="Google Shape;36;p5"/>
          <p:cNvSpPr txBox="1">
            <a:spLocks noGrp="1"/>
          </p:cNvSpPr>
          <p:nvPr>
            <p:ph type="title"/>
          </p:nvPr>
        </p:nvSpPr>
        <p:spPr>
          <a:xfrm>
            <a:off x="150528" y="7196"/>
            <a:ext cx="8801100" cy="7674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subTitle" idx="9"/>
          </p:nvPr>
        </p:nvSpPr>
        <p:spPr>
          <a:xfrm>
            <a:off x="165750" y="4000225"/>
            <a:ext cx="2015100" cy="4938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a:lvl1pPr>
            <a:lvl2pPr lvl="1" algn="ctr">
              <a:spcBef>
                <a:spcPts val="0"/>
              </a:spcBef>
              <a:spcAft>
                <a:spcPts val="0"/>
              </a:spcAft>
              <a:buSzPts val="1200"/>
              <a:buFont typeface="Roboto Serif"/>
              <a:buNone/>
              <a:defRPr sz="1200"/>
            </a:lvl2pPr>
            <a:lvl3pPr lvl="2" algn="ctr">
              <a:spcBef>
                <a:spcPts val="0"/>
              </a:spcBef>
              <a:spcAft>
                <a:spcPts val="0"/>
              </a:spcAft>
              <a:buSzPts val="1200"/>
              <a:buFont typeface="Roboto Serif"/>
              <a:buNone/>
              <a:defRPr sz="1200"/>
            </a:lvl3pPr>
            <a:lvl4pPr lvl="3" algn="ctr">
              <a:spcBef>
                <a:spcPts val="0"/>
              </a:spcBef>
              <a:spcAft>
                <a:spcPts val="0"/>
              </a:spcAft>
              <a:buSzPts val="1200"/>
              <a:buFont typeface="Roboto Serif"/>
              <a:buNone/>
              <a:defRPr sz="1200"/>
            </a:lvl4pPr>
            <a:lvl5pPr lvl="4" algn="ctr">
              <a:spcBef>
                <a:spcPts val="0"/>
              </a:spcBef>
              <a:spcAft>
                <a:spcPts val="0"/>
              </a:spcAft>
              <a:buSzPts val="1200"/>
              <a:buFont typeface="Roboto Serif"/>
              <a:buNone/>
              <a:defRPr sz="1200"/>
            </a:lvl5pPr>
            <a:lvl6pPr lvl="5" algn="ctr">
              <a:spcBef>
                <a:spcPts val="0"/>
              </a:spcBef>
              <a:spcAft>
                <a:spcPts val="0"/>
              </a:spcAft>
              <a:buSzPts val="1200"/>
              <a:buFont typeface="Roboto Serif"/>
              <a:buNone/>
              <a:defRPr sz="1200"/>
            </a:lvl6pPr>
            <a:lvl7pPr lvl="6" algn="ctr">
              <a:spcBef>
                <a:spcPts val="0"/>
              </a:spcBef>
              <a:spcAft>
                <a:spcPts val="0"/>
              </a:spcAft>
              <a:buSzPts val="1200"/>
              <a:buFont typeface="Roboto Serif"/>
              <a:buNone/>
              <a:defRPr sz="1200"/>
            </a:lvl7pPr>
            <a:lvl8pPr lvl="7" algn="ctr">
              <a:spcBef>
                <a:spcPts val="0"/>
              </a:spcBef>
              <a:spcAft>
                <a:spcPts val="0"/>
              </a:spcAft>
              <a:buSzPts val="1200"/>
              <a:buFont typeface="Roboto Serif"/>
              <a:buNone/>
              <a:defRPr sz="1200"/>
            </a:lvl8pPr>
            <a:lvl9pPr lvl="8" algn="ctr">
              <a:spcBef>
                <a:spcPts val="0"/>
              </a:spcBef>
              <a:spcAft>
                <a:spcPts val="0"/>
              </a:spcAft>
              <a:buSzPts val="1200"/>
              <a:buFont typeface="Roboto Serif"/>
              <a:buNone/>
              <a:defRPr sz="1200"/>
            </a:lvl9pPr>
          </a:lstStyle>
          <a:p>
            <a:endParaRPr/>
          </a:p>
        </p:txBody>
      </p:sp>
      <p:sp>
        <p:nvSpPr>
          <p:cNvPr id="38" name="Google Shape;38;p5"/>
          <p:cNvSpPr txBox="1">
            <a:spLocks noGrp="1"/>
          </p:cNvSpPr>
          <p:nvPr>
            <p:ph type="subTitle" idx="13"/>
          </p:nvPr>
        </p:nvSpPr>
        <p:spPr>
          <a:xfrm>
            <a:off x="2425625" y="4000225"/>
            <a:ext cx="2046300" cy="4938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a:lvl1pPr>
            <a:lvl2pPr lvl="1" algn="ctr">
              <a:spcBef>
                <a:spcPts val="0"/>
              </a:spcBef>
              <a:spcAft>
                <a:spcPts val="0"/>
              </a:spcAft>
              <a:buSzPts val="1200"/>
              <a:buFont typeface="Roboto Serif"/>
              <a:buNone/>
              <a:defRPr sz="1200"/>
            </a:lvl2pPr>
            <a:lvl3pPr lvl="2" algn="ctr">
              <a:spcBef>
                <a:spcPts val="0"/>
              </a:spcBef>
              <a:spcAft>
                <a:spcPts val="0"/>
              </a:spcAft>
              <a:buSzPts val="1200"/>
              <a:buFont typeface="Roboto Serif"/>
              <a:buNone/>
              <a:defRPr sz="1200"/>
            </a:lvl3pPr>
            <a:lvl4pPr lvl="3" algn="ctr">
              <a:spcBef>
                <a:spcPts val="0"/>
              </a:spcBef>
              <a:spcAft>
                <a:spcPts val="0"/>
              </a:spcAft>
              <a:buSzPts val="1200"/>
              <a:buFont typeface="Roboto Serif"/>
              <a:buNone/>
              <a:defRPr sz="1200"/>
            </a:lvl4pPr>
            <a:lvl5pPr lvl="4" algn="ctr">
              <a:spcBef>
                <a:spcPts val="0"/>
              </a:spcBef>
              <a:spcAft>
                <a:spcPts val="0"/>
              </a:spcAft>
              <a:buSzPts val="1200"/>
              <a:buFont typeface="Roboto Serif"/>
              <a:buNone/>
              <a:defRPr sz="1200"/>
            </a:lvl5pPr>
            <a:lvl6pPr lvl="5" algn="ctr">
              <a:spcBef>
                <a:spcPts val="0"/>
              </a:spcBef>
              <a:spcAft>
                <a:spcPts val="0"/>
              </a:spcAft>
              <a:buSzPts val="1200"/>
              <a:buFont typeface="Roboto Serif"/>
              <a:buNone/>
              <a:defRPr sz="1200"/>
            </a:lvl6pPr>
            <a:lvl7pPr lvl="6" algn="ctr">
              <a:spcBef>
                <a:spcPts val="0"/>
              </a:spcBef>
              <a:spcAft>
                <a:spcPts val="0"/>
              </a:spcAft>
              <a:buSzPts val="1200"/>
              <a:buFont typeface="Roboto Serif"/>
              <a:buNone/>
              <a:defRPr sz="1200"/>
            </a:lvl7pPr>
            <a:lvl8pPr lvl="7" algn="ctr">
              <a:spcBef>
                <a:spcPts val="0"/>
              </a:spcBef>
              <a:spcAft>
                <a:spcPts val="0"/>
              </a:spcAft>
              <a:buSzPts val="1200"/>
              <a:buFont typeface="Roboto Serif"/>
              <a:buNone/>
              <a:defRPr sz="1200"/>
            </a:lvl8pPr>
            <a:lvl9pPr lvl="8" algn="ctr">
              <a:spcBef>
                <a:spcPts val="0"/>
              </a:spcBef>
              <a:spcAft>
                <a:spcPts val="0"/>
              </a:spcAft>
              <a:buSzPts val="1200"/>
              <a:buFont typeface="Roboto Serif"/>
              <a:buNone/>
              <a:defRPr sz="1200"/>
            </a:lvl9pPr>
          </a:lstStyle>
          <a:p>
            <a:endParaRPr/>
          </a:p>
        </p:txBody>
      </p:sp>
      <p:sp>
        <p:nvSpPr>
          <p:cNvPr id="39" name="Google Shape;39;p5"/>
          <p:cNvSpPr txBox="1">
            <a:spLocks noGrp="1"/>
          </p:cNvSpPr>
          <p:nvPr>
            <p:ph type="subTitle" idx="14"/>
          </p:nvPr>
        </p:nvSpPr>
        <p:spPr>
          <a:xfrm>
            <a:off x="4658575" y="4000225"/>
            <a:ext cx="2057700" cy="4938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a:lvl1pPr>
            <a:lvl2pPr lvl="1" algn="ctr">
              <a:spcBef>
                <a:spcPts val="0"/>
              </a:spcBef>
              <a:spcAft>
                <a:spcPts val="0"/>
              </a:spcAft>
              <a:buSzPts val="1200"/>
              <a:buFont typeface="Roboto Serif"/>
              <a:buNone/>
              <a:defRPr sz="1200"/>
            </a:lvl2pPr>
            <a:lvl3pPr lvl="2" algn="ctr">
              <a:spcBef>
                <a:spcPts val="0"/>
              </a:spcBef>
              <a:spcAft>
                <a:spcPts val="0"/>
              </a:spcAft>
              <a:buSzPts val="1200"/>
              <a:buFont typeface="Roboto Serif"/>
              <a:buNone/>
              <a:defRPr sz="1200"/>
            </a:lvl3pPr>
            <a:lvl4pPr lvl="3" algn="ctr">
              <a:spcBef>
                <a:spcPts val="0"/>
              </a:spcBef>
              <a:spcAft>
                <a:spcPts val="0"/>
              </a:spcAft>
              <a:buSzPts val="1200"/>
              <a:buFont typeface="Roboto Serif"/>
              <a:buNone/>
              <a:defRPr sz="1200"/>
            </a:lvl4pPr>
            <a:lvl5pPr lvl="4" algn="ctr">
              <a:spcBef>
                <a:spcPts val="0"/>
              </a:spcBef>
              <a:spcAft>
                <a:spcPts val="0"/>
              </a:spcAft>
              <a:buSzPts val="1200"/>
              <a:buFont typeface="Roboto Serif"/>
              <a:buNone/>
              <a:defRPr sz="1200"/>
            </a:lvl5pPr>
            <a:lvl6pPr lvl="5" algn="ctr">
              <a:spcBef>
                <a:spcPts val="0"/>
              </a:spcBef>
              <a:spcAft>
                <a:spcPts val="0"/>
              </a:spcAft>
              <a:buSzPts val="1200"/>
              <a:buFont typeface="Roboto Serif"/>
              <a:buNone/>
              <a:defRPr sz="1200"/>
            </a:lvl6pPr>
            <a:lvl7pPr lvl="6" algn="ctr">
              <a:spcBef>
                <a:spcPts val="0"/>
              </a:spcBef>
              <a:spcAft>
                <a:spcPts val="0"/>
              </a:spcAft>
              <a:buSzPts val="1200"/>
              <a:buFont typeface="Roboto Serif"/>
              <a:buNone/>
              <a:defRPr sz="1200"/>
            </a:lvl7pPr>
            <a:lvl8pPr lvl="7" algn="ctr">
              <a:spcBef>
                <a:spcPts val="0"/>
              </a:spcBef>
              <a:spcAft>
                <a:spcPts val="0"/>
              </a:spcAft>
              <a:buSzPts val="1200"/>
              <a:buFont typeface="Roboto Serif"/>
              <a:buNone/>
              <a:defRPr sz="1200"/>
            </a:lvl8pPr>
            <a:lvl9pPr lvl="8" algn="ctr">
              <a:spcBef>
                <a:spcPts val="0"/>
              </a:spcBef>
              <a:spcAft>
                <a:spcPts val="0"/>
              </a:spcAft>
              <a:buSzPts val="1200"/>
              <a:buFont typeface="Roboto Serif"/>
              <a:buNone/>
              <a:defRPr sz="1200"/>
            </a:lvl9pPr>
          </a:lstStyle>
          <a:p>
            <a:endParaRPr/>
          </a:p>
        </p:txBody>
      </p:sp>
      <p:sp>
        <p:nvSpPr>
          <p:cNvPr id="40" name="Google Shape;40;p5"/>
          <p:cNvSpPr txBox="1">
            <a:spLocks noGrp="1"/>
          </p:cNvSpPr>
          <p:nvPr>
            <p:ph type="subTitle" idx="15"/>
          </p:nvPr>
        </p:nvSpPr>
        <p:spPr>
          <a:xfrm>
            <a:off x="6920450" y="4000225"/>
            <a:ext cx="2057700" cy="4938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a:lvl1pPr>
            <a:lvl2pPr lvl="1" algn="ctr">
              <a:spcBef>
                <a:spcPts val="0"/>
              </a:spcBef>
              <a:spcAft>
                <a:spcPts val="0"/>
              </a:spcAft>
              <a:buSzPts val="1200"/>
              <a:buFont typeface="Roboto Serif"/>
              <a:buNone/>
              <a:defRPr sz="1200"/>
            </a:lvl2pPr>
            <a:lvl3pPr lvl="2" algn="ctr">
              <a:spcBef>
                <a:spcPts val="0"/>
              </a:spcBef>
              <a:spcAft>
                <a:spcPts val="0"/>
              </a:spcAft>
              <a:buSzPts val="1200"/>
              <a:buFont typeface="Roboto Serif"/>
              <a:buNone/>
              <a:defRPr sz="1200"/>
            </a:lvl3pPr>
            <a:lvl4pPr lvl="3" algn="ctr">
              <a:spcBef>
                <a:spcPts val="0"/>
              </a:spcBef>
              <a:spcAft>
                <a:spcPts val="0"/>
              </a:spcAft>
              <a:buSzPts val="1200"/>
              <a:buFont typeface="Roboto Serif"/>
              <a:buNone/>
              <a:defRPr sz="1200"/>
            </a:lvl4pPr>
            <a:lvl5pPr lvl="4" algn="ctr">
              <a:spcBef>
                <a:spcPts val="0"/>
              </a:spcBef>
              <a:spcAft>
                <a:spcPts val="0"/>
              </a:spcAft>
              <a:buSzPts val="1200"/>
              <a:buFont typeface="Roboto Serif"/>
              <a:buNone/>
              <a:defRPr sz="1200"/>
            </a:lvl5pPr>
            <a:lvl6pPr lvl="5" algn="ctr">
              <a:spcBef>
                <a:spcPts val="0"/>
              </a:spcBef>
              <a:spcAft>
                <a:spcPts val="0"/>
              </a:spcAft>
              <a:buSzPts val="1200"/>
              <a:buFont typeface="Roboto Serif"/>
              <a:buNone/>
              <a:defRPr sz="1200"/>
            </a:lvl6pPr>
            <a:lvl7pPr lvl="6" algn="ctr">
              <a:spcBef>
                <a:spcPts val="0"/>
              </a:spcBef>
              <a:spcAft>
                <a:spcPts val="0"/>
              </a:spcAft>
              <a:buSzPts val="1200"/>
              <a:buFont typeface="Roboto Serif"/>
              <a:buNone/>
              <a:defRPr sz="1200"/>
            </a:lvl7pPr>
            <a:lvl8pPr lvl="7" algn="ctr">
              <a:spcBef>
                <a:spcPts val="0"/>
              </a:spcBef>
              <a:spcAft>
                <a:spcPts val="0"/>
              </a:spcAft>
              <a:buSzPts val="1200"/>
              <a:buFont typeface="Roboto Serif"/>
              <a:buNone/>
              <a:defRPr sz="1200"/>
            </a:lvl8pPr>
            <a:lvl9pPr lvl="8" algn="ctr">
              <a:spcBef>
                <a:spcPts val="0"/>
              </a:spcBef>
              <a:spcAft>
                <a:spcPts val="0"/>
              </a:spcAft>
              <a:buSzPts val="1200"/>
              <a:buFont typeface="Roboto Serif"/>
              <a:buNone/>
              <a:defRPr sz="1200"/>
            </a:lvl9pPr>
          </a:lstStyle>
          <a:p>
            <a:endParaRPr/>
          </a:p>
        </p:txBody>
      </p:sp>
      <p:sp>
        <p:nvSpPr>
          <p:cNvPr id="41" name="Google Shape;41;p5"/>
          <p:cNvSpPr txBox="1">
            <a:spLocks noGrp="1"/>
          </p:cNvSpPr>
          <p:nvPr>
            <p:ph type="body" idx="16"/>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42" name="Google Shape;42;p5"/>
          <p:cNvSpPr txBox="1">
            <a:spLocks noGrp="1"/>
          </p:cNvSpPr>
          <p:nvPr>
            <p:ph type="body" idx="17"/>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extLst>
    <p:ext uri="{DCECCB84-F9BA-43D5-87BE-67443E8EF086}">
      <p15:sldGuideLst xmlns:p15="http://schemas.microsoft.com/office/powerpoint/2012/main">
        <p15:guide id="1" orient="horz" pos="412">
          <p15:clr>
            <a:srgbClr val="E46962"/>
          </p15:clr>
        </p15:guide>
        <p15:guide id="2" pos="201">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2-Column Text"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5" name="Google Shape;45;p6"/>
          <p:cNvSpPr txBox="1">
            <a:spLocks noGrp="1"/>
          </p:cNvSpPr>
          <p:nvPr>
            <p:ph type="title"/>
          </p:nvPr>
        </p:nvSpPr>
        <p:spPr>
          <a:xfrm>
            <a:off x="132525" y="12874"/>
            <a:ext cx="8749800" cy="10773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47" name="Google Shape;47;p6"/>
          <p:cNvSpPr txBox="1">
            <a:spLocks noGrp="1"/>
          </p:cNvSpPr>
          <p:nvPr>
            <p:ph type="body" idx="2"/>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48" name="Google Shape;48;p6"/>
          <p:cNvSpPr txBox="1">
            <a:spLocks noGrp="1"/>
          </p:cNvSpPr>
          <p:nvPr>
            <p:ph type="body" idx="3"/>
          </p:nvPr>
        </p:nvSpPr>
        <p:spPr>
          <a:xfrm>
            <a:off x="400325" y="2571750"/>
            <a:ext cx="3683700" cy="1335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49" name="Google Shape;49;p6"/>
          <p:cNvSpPr txBox="1">
            <a:spLocks noGrp="1"/>
          </p:cNvSpPr>
          <p:nvPr>
            <p:ph type="body" idx="4"/>
          </p:nvPr>
        </p:nvSpPr>
        <p:spPr>
          <a:xfrm>
            <a:off x="4892375" y="2571750"/>
            <a:ext cx="3776100" cy="13305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50" name="Google Shape;50;p6"/>
          <p:cNvSpPr txBox="1">
            <a:spLocks noGrp="1"/>
          </p:cNvSpPr>
          <p:nvPr>
            <p:ph type="body" idx="5"/>
          </p:nvPr>
        </p:nvSpPr>
        <p:spPr>
          <a:xfrm>
            <a:off x="403075" y="1905350"/>
            <a:ext cx="3681000" cy="225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1" name="Google Shape;51;p6"/>
          <p:cNvSpPr txBox="1">
            <a:spLocks noGrp="1"/>
          </p:cNvSpPr>
          <p:nvPr>
            <p:ph type="body" idx="6"/>
          </p:nvPr>
        </p:nvSpPr>
        <p:spPr>
          <a:xfrm>
            <a:off x="4892375" y="1990500"/>
            <a:ext cx="3776100" cy="28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46">
          <p15:clr>
            <a:srgbClr val="E46962"/>
          </p15:clr>
        </p15:guide>
        <p15:guide id="4" pos="320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one column text">
  <p:cSld name="ONE_COLUMN_TEXT">
    <p:bg>
      <p:bgPr>
        <a:solidFill>
          <a:schemeClr val="accent2"/>
        </a:solidFill>
        <a:effectLst/>
      </p:bgPr>
    </p:bg>
    <p:spTree>
      <p:nvGrpSpPr>
        <p:cNvPr id="1" name="Shape 52"/>
        <p:cNvGrpSpPr/>
        <p:nvPr/>
      </p:nvGrpSpPr>
      <p:grpSpPr>
        <a:xfrm>
          <a:off x="0" y="0"/>
          <a:ext cx="0" cy="0"/>
          <a:chOff x="0" y="0"/>
          <a:chExt cx="0" cy="0"/>
        </a:xfrm>
      </p:grpSpPr>
      <p:sp>
        <p:nvSpPr>
          <p:cNvPr id="53" name="Google Shape;53;p7"/>
          <p:cNvSpPr/>
          <p:nvPr/>
        </p:nvSpPr>
        <p:spPr>
          <a:xfrm>
            <a:off x="240000" y="303450"/>
            <a:ext cx="308700" cy="4536600"/>
          </a:xfrm>
          <a:prstGeom prst="leftBracket">
            <a:avLst>
              <a:gd name="adj" fmla="val 8333"/>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rot="10800000">
            <a:off x="8626600" y="303450"/>
            <a:ext cx="308700" cy="4536600"/>
          </a:xfrm>
          <a:prstGeom prst="leftBracket">
            <a:avLst>
              <a:gd name="adj" fmla="val 8333"/>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txBox="1">
            <a:spLocks noGrp="1"/>
          </p:cNvSpPr>
          <p:nvPr>
            <p:ph type="title"/>
          </p:nvPr>
        </p:nvSpPr>
        <p:spPr>
          <a:xfrm>
            <a:off x="230025" y="602450"/>
            <a:ext cx="8705400" cy="338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40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main point">
  <p:cSld name="MAIN_POINT">
    <p:spTree>
      <p:nvGrpSpPr>
        <p:cNvPr id="1" name="Shape 56"/>
        <p:cNvGrpSpPr/>
        <p:nvPr/>
      </p:nvGrpSpPr>
      <p:grpSpPr>
        <a:xfrm>
          <a:off x="0" y="0"/>
          <a:ext cx="0" cy="0"/>
          <a:chOff x="0" y="0"/>
          <a:chExt cx="0" cy="0"/>
        </a:xfrm>
      </p:grpSpPr>
      <p:sp>
        <p:nvSpPr>
          <p:cNvPr id="57" name="Google Shape;57;p8"/>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8" name="Google Shape;58;p8"/>
          <p:cNvSpPr>
            <a:spLocks noGrp="1"/>
          </p:cNvSpPr>
          <p:nvPr>
            <p:ph type="pic" idx="2"/>
          </p:nvPr>
        </p:nvSpPr>
        <p:spPr>
          <a:xfrm>
            <a:off x="580950" y="798900"/>
            <a:ext cx="3403200" cy="3545700"/>
          </a:xfrm>
          <a:prstGeom prst="ellipse">
            <a:avLst/>
          </a:prstGeom>
          <a:noFill/>
          <a:ln w="28575" cap="flat" cmpd="sng">
            <a:solidFill>
              <a:schemeClr val="dk1"/>
            </a:solidFill>
            <a:prstDash val="solid"/>
            <a:round/>
            <a:headEnd type="none" w="sm" len="sm"/>
            <a:tailEnd type="none" w="sm" len="sm"/>
          </a:ln>
        </p:spPr>
      </p:sp>
      <p:sp>
        <p:nvSpPr>
          <p:cNvPr id="59" name="Google Shape;59;p8"/>
          <p:cNvSpPr txBox="1">
            <a:spLocks noGrp="1"/>
          </p:cNvSpPr>
          <p:nvPr>
            <p:ph type="title"/>
          </p:nvPr>
        </p:nvSpPr>
        <p:spPr>
          <a:xfrm>
            <a:off x="4888675" y="1019725"/>
            <a:ext cx="3595200" cy="1460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accent3"/>
              </a:buClr>
              <a:buSzPts val="4000"/>
              <a:buFont typeface="Roboto Serif"/>
              <a:buNone/>
              <a:defRPr>
                <a:solidFill>
                  <a:schemeClr val="accent3"/>
                </a:solidFill>
              </a:defRPr>
            </a:lvl1pPr>
            <a:lvl2pPr lvl="1">
              <a:lnSpc>
                <a:spcPct val="70000"/>
              </a:lnSpc>
              <a:spcBef>
                <a:spcPts val="0"/>
              </a:spcBef>
              <a:spcAft>
                <a:spcPts val="0"/>
              </a:spcAft>
              <a:buSzPts val="1400"/>
              <a:buNone/>
              <a:defRPr/>
            </a:lvl2pPr>
            <a:lvl3pPr lvl="2">
              <a:lnSpc>
                <a:spcPct val="70000"/>
              </a:lnSpc>
              <a:spcBef>
                <a:spcPts val="0"/>
              </a:spcBef>
              <a:spcAft>
                <a:spcPts val="0"/>
              </a:spcAft>
              <a:buSzPts val="1400"/>
              <a:buNone/>
              <a:defRPr/>
            </a:lvl3pPr>
            <a:lvl4pPr lvl="3">
              <a:lnSpc>
                <a:spcPct val="70000"/>
              </a:lnSpc>
              <a:spcBef>
                <a:spcPts val="0"/>
              </a:spcBef>
              <a:spcAft>
                <a:spcPts val="0"/>
              </a:spcAft>
              <a:buSzPts val="1400"/>
              <a:buNone/>
              <a:defRPr/>
            </a:lvl4pPr>
            <a:lvl5pPr lvl="4">
              <a:lnSpc>
                <a:spcPct val="70000"/>
              </a:lnSpc>
              <a:spcBef>
                <a:spcPts val="0"/>
              </a:spcBef>
              <a:spcAft>
                <a:spcPts val="0"/>
              </a:spcAft>
              <a:buSzPts val="1400"/>
              <a:buNone/>
              <a:defRPr/>
            </a:lvl5pPr>
            <a:lvl6pPr lvl="5">
              <a:lnSpc>
                <a:spcPct val="70000"/>
              </a:lnSpc>
              <a:spcBef>
                <a:spcPts val="0"/>
              </a:spcBef>
              <a:spcAft>
                <a:spcPts val="0"/>
              </a:spcAft>
              <a:buSzPts val="1400"/>
              <a:buNone/>
              <a:defRPr/>
            </a:lvl6pPr>
            <a:lvl7pPr lvl="6">
              <a:lnSpc>
                <a:spcPct val="70000"/>
              </a:lnSpc>
              <a:spcBef>
                <a:spcPts val="0"/>
              </a:spcBef>
              <a:spcAft>
                <a:spcPts val="0"/>
              </a:spcAft>
              <a:buSzPts val="1400"/>
              <a:buNone/>
              <a:defRPr/>
            </a:lvl7pPr>
            <a:lvl8pPr lvl="7">
              <a:lnSpc>
                <a:spcPct val="70000"/>
              </a:lnSpc>
              <a:spcBef>
                <a:spcPts val="0"/>
              </a:spcBef>
              <a:spcAft>
                <a:spcPts val="0"/>
              </a:spcAft>
              <a:buSzPts val="1400"/>
              <a:buNone/>
              <a:defRPr/>
            </a:lvl8pPr>
            <a:lvl9pPr lvl="8">
              <a:lnSpc>
                <a:spcPct val="70000"/>
              </a:lnSpc>
              <a:spcBef>
                <a:spcPts val="0"/>
              </a:spcBef>
              <a:spcAft>
                <a:spcPts val="0"/>
              </a:spcAft>
              <a:buSzPts val="1400"/>
              <a:buNone/>
              <a:defRPr/>
            </a:lvl9pPr>
          </a:lstStyle>
          <a:p>
            <a:endParaRPr/>
          </a:p>
        </p:txBody>
      </p:sp>
      <p:sp>
        <p:nvSpPr>
          <p:cNvPr id="60" name="Google Shape;60;p8"/>
          <p:cNvSpPr txBox="1">
            <a:spLocks noGrp="1"/>
          </p:cNvSpPr>
          <p:nvPr>
            <p:ph type="body" idx="1"/>
          </p:nvPr>
        </p:nvSpPr>
        <p:spPr>
          <a:xfrm>
            <a:off x="4888675" y="2654725"/>
            <a:ext cx="3595200" cy="17811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61" name="Google Shape;61;p8"/>
          <p:cNvSpPr txBox="1">
            <a:spLocks noGrp="1"/>
          </p:cNvSpPr>
          <p:nvPr>
            <p:ph type="body" idx="3"/>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62" name="Google Shape;62;p8"/>
          <p:cNvSpPr txBox="1">
            <a:spLocks noGrp="1"/>
          </p:cNvSpPr>
          <p:nvPr>
            <p:ph type="body" idx="4"/>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 Column Image and Text">
  <p:cSld name="SECTION_TITLE_AND_DESCRIPTION">
    <p:bg>
      <p:bgPr>
        <a:solidFill>
          <a:schemeClr val="accent5"/>
        </a:solidFill>
        <a:effectLst/>
      </p:bgPr>
    </p:bg>
    <p:spTree>
      <p:nvGrpSpPr>
        <p:cNvPr id="1" name="Shape 63"/>
        <p:cNvGrpSpPr/>
        <p:nvPr/>
      </p:nvGrpSpPr>
      <p:grpSpPr>
        <a:xfrm>
          <a:off x="0" y="0"/>
          <a:ext cx="0" cy="0"/>
          <a:chOff x="0" y="0"/>
          <a:chExt cx="0" cy="0"/>
        </a:xfrm>
      </p:grpSpPr>
      <p:sp>
        <p:nvSpPr>
          <p:cNvPr id="64" name="Google Shape;64;p9"/>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9"/>
          <p:cNvSpPr>
            <a:spLocks noGrp="1"/>
          </p:cNvSpPr>
          <p:nvPr>
            <p:ph type="pic" idx="2"/>
          </p:nvPr>
        </p:nvSpPr>
        <p:spPr>
          <a:xfrm>
            <a:off x="5881050" y="2068650"/>
            <a:ext cx="2662200" cy="2773800"/>
          </a:xfrm>
          <a:prstGeom prst="ellipse">
            <a:avLst/>
          </a:prstGeom>
          <a:noFill/>
          <a:ln w="28575" cap="flat" cmpd="sng">
            <a:solidFill>
              <a:schemeClr val="dk1"/>
            </a:solidFill>
            <a:prstDash val="solid"/>
            <a:round/>
            <a:headEnd type="none" w="sm" len="sm"/>
            <a:tailEnd type="none" w="sm" len="sm"/>
          </a:ln>
        </p:spPr>
      </p:sp>
      <p:sp>
        <p:nvSpPr>
          <p:cNvPr id="66" name="Google Shape;66;p9"/>
          <p:cNvSpPr>
            <a:spLocks noGrp="1"/>
          </p:cNvSpPr>
          <p:nvPr>
            <p:ph type="pic" idx="3"/>
          </p:nvPr>
        </p:nvSpPr>
        <p:spPr>
          <a:xfrm>
            <a:off x="165925" y="148699"/>
            <a:ext cx="3644100" cy="2430000"/>
          </a:xfrm>
          <a:prstGeom prst="rect">
            <a:avLst/>
          </a:prstGeom>
          <a:noFill/>
          <a:ln w="28575" cap="flat" cmpd="sng">
            <a:solidFill>
              <a:schemeClr val="dk1"/>
            </a:solidFill>
            <a:prstDash val="solid"/>
            <a:round/>
            <a:headEnd type="none" w="sm" len="sm"/>
            <a:tailEnd type="none" w="sm" len="sm"/>
          </a:ln>
        </p:spPr>
      </p:sp>
      <p:sp>
        <p:nvSpPr>
          <p:cNvPr id="67" name="Google Shape;67;p9"/>
          <p:cNvSpPr txBox="1">
            <a:spLocks noGrp="1"/>
          </p:cNvSpPr>
          <p:nvPr>
            <p:ph type="body" idx="1"/>
          </p:nvPr>
        </p:nvSpPr>
        <p:spPr>
          <a:xfrm>
            <a:off x="434375" y="3565925"/>
            <a:ext cx="3683700" cy="1008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68" name="Google Shape;68;p9"/>
          <p:cNvSpPr txBox="1">
            <a:spLocks noGrp="1"/>
          </p:cNvSpPr>
          <p:nvPr>
            <p:ph type="body" idx="4"/>
          </p:nvPr>
        </p:nvSpPr>
        <p:spPr>
          <a:xfrm>
            <a:off x="5060689" y="887725"/>
            <a:ext cx="3531900" cy="19161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69" name="Google Shape;69;p9"/>
          <p:cNvSpPr txBox="1">
            <a:spLocks noGrp="1"/>
          </p:cNvSpPr>
          <p:nvPr>
            <p:ph type="title"/>
          </p:nvPr>
        </p:nvSpPr>
        <p:spPr>
          <a:xfrm>
            <a:off x="434400" y="2735625"/>
            <a:ext cx="3683700" cy="12633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9"/>
          <p:cNvSpPr txBox="1">
            <a:spLocks noGrp="1"/>
          </p:cNvSpPr>
          <p:nvPr>
            <p:ph type="title" idx="5"/>
          </p:nvPr>
        </p:nvSpPr>
        <p:spPr>
          <a:xfrm>
            <a:off x="5054575" y="197950"/>
            <a:ext cx="3531900" cy="12405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9"/>
          <p:cNvSpPr txBox="1">
            <a:spLocks noGrp="1"/>
          </p:cNvSpPr>
          <p:nvPr>
            <p:ph type="body" idx="6"/>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72" name="Google Shape;72;p9"/>
          <p:cNvSpPr txBox="1">
            <a:spLocks noGrp="1"/>
          </p:cNvSpPr>
          <p:nvPr>
            <p:ph type="body" idx="7"/>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extLst>
    <p:ext uri="{DCECCB84-F9BA-43D5-87BE-67443E8EF086}">
      <p15:sldGuideLst xmlns:p15="http://schemas.microsoft.com/office/powerpoint/2012/main">
        <p15:guide id="1" pos="346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 Up Text">
  <p:cSld name="CAPTION_ONLY">
    <p:spTree>
      <p:nvGrpSpPr>
        <p:cNvPr id="1" name="Shape 73"/>
        <p:cNvGrpSpPr/>
        <p:nvPr/>
      </p:nvGrpSpPr>
      <p:grpSpPr>
        <a:xfrm>
          <a:off x="0" y="0"/>
          <a:ext cx="0" cy="0"/>
          <a:chOff x="0" y="0"/>
          <a:chExt cx="0" cy="0"/>
        </a:xfrm>
      </p:grpSpPr>
      <p:sp>
        <p:nvSpPr>
          <p:cNvPr id="74" name="Google Shape;74;p10"/>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5" name="Google Shape;75;p10"/>
          <p:cNvSpPr/>
          <p:nvPr/>
        </p:nvSpPr>
        <p:spPr>
          <a:xfrm>
            <a:off x="124613" y="1519388"/>
            <a:ext cx="308700" cy="2455500"/>
          </a:xfrm>
          <a:prstGeom prst="leftBracket">
            <a:avLst>
              <a:gd name="adj" fmla="val 8333"/>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10"/>
          <p:cNvSpPr/>
          <p:nvPr/>
        </p:nvSpPr>
        <p:spPr>
          <a:xfrm rot="10800000">
            <a:off x="8710688" y="1519388"/>
            <a:ext cx="308700" cy="2455500"/>
          </a:xfrm>
          <a:prstGeom prst="leftBracket">
            <a:avLst>
              <a:gd name="adj" fmla="val 8333"/>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10"/>
          <p:cNvSpPr txBox="1">
            <a:spLocks noGrp="1"/>
          </p:cNvSpPr>
          <p:nvPr>
            <p:ph type="title"/>
          </p:nvPr>
        </p:nvSpPr>
        <p:spPr>
          <a:xfrm>
            <a:off x="133546" y="16576"/>
            <a:ext cx="8562600" cy="12093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79" name="Google Shape;79;p10"/>
          <p:cNvSpPr txBox="1">
            <a:spLocks noGrp="1"/>
          </p:cNvSpPr>
          <p:nvPr>
            <p:ph type="body" idx="2"/>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80" name="Google Shape;80;p10"/>
          <p:cNvSpPr txBox="1">
            <a:spLocks noGrp="1"/>
          </p:cNvSpPr>
          <p:nvPr>
            <p:ph type="body" idx="3"/>
          </p:nvPr>
        </p:nvSpPr>
        <p:spPr>
          <a:xfrm>
            <a:off x="400325" y="2987325"/>
            <a:ext cx="1883700" cy="699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1" name="Google Shape;81;p10"/>
          <p:cNvSpPr txBox="1">
            <a:spLocks noGrp="1"/>
          </p:cNvSpPr>
          <p:nvPr>
            <p:ph type="body" idx="4"/>
          </p:nvPr>
        </p:nvSpPr>
        <p:spPr>
          <a:xfrm>
            <a:off x="2537775" y="2987325"/>
            <a:ext cx="1883700" cy="723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2" name="Google Shape;82;p10"/>
          <p:cNvSpPr txBox="1">
            <a:spLocks noGrp="1"/>
          </p:cNvSpPr>
          <p:nvPr>
            <p:ph type="body" idx="5"/>
          </p:nvPr>
        </p:nvSpPr>
        <p:spPr>
          <a:xfrm>
            <a:off x="4696525" y="3000100"/>
            <a:ext cx="1883700" cy="686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3" name="Google Shape;83;p10"/>
          <p:cNvSpPr txBox="1">
            <a:spLocks noGrp="1"/>
          </p:cNvSpPr>
          <p:nvPr>
            <p:ph type="body" idx="6"/>
          </p:nvPr>
        </p:nvSpPr>
        <p:spPr>
          <a:xfrm>
            <a:off x="6833950" y="3017125"/>
            <a:ext cx="1883700" cy="669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4" name="Google Shape;84;p10"/>
          <p:cNvSpPr txBox="1">
            <a:spLocks noGrp="1"/>
          </p:cNvSpPr>
          <p:nvPr>
            <p:ph type="body" idx="7"/>
          </p:nvPr>
        </p:nvSpPr>
        <p:spPr>
          <a:xfrm>
            <a:off x="387550" y="1803625"/>
            <a:ext cx="1883700" cy="3663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5" name="Google Shape;85;p10"/>
          <p:cNvSpPr txBox="1">
            <a:spLocks noGrp="1"/>
          </p:cNvSpPr>
          <p:nvPr>
            <p:ph type="body" idx="8"/>
          </p:nvPr>
        </p:nvSpPr>
        <p:spPr>
          <a:xfrm>
            <a:off x="2546300" y="1824925"/>
            <a:ext cx="1883700" cy="621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6" name="Google Shape;86;p10"/>
          <p:cNvSpPr txBox="1">
            <a:spLocks noGrp="1"/>
          </p:cNvSpPr>
          <p:nvPr>
            <p:ph type="body" idx="9"/>
          </p:nvPr>
        </p:nvSpPr>
        <p:spPr>
          <a:xfrm>
            <a:off x="4683750" y="1807900"/>
            <a:ext cx="1896600" cy="506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87" name="Google Shape;87;p10"/>
          <p:cNvSpPr txBox="1">
            <a:spLocks noGrp="1"/>
          </p:cNvSpPr>
          <p:nvPr>
            <p:ph type="body" idx="13"/>
          </p:nvPr>
        </p:nvSpPr>
        <p:spPr>
          <a:xfrm>
            <a:off x="6825450" y="1807900"/>
            <a:ext cx="1883700" cy="421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Tree>
  </p:cSld>
  <p:clrMapOvr>
    <a:masterClrMapping/>
  </p:clrMapOvr>
  <p:extLst>
    <p:ext uri="{DCECCB84-F9BA-43D5-87BE-67443E8EF086}">
      <p15:sldGuideLst xmlns:p15="http://schemas.microsoft.com/office/powerpoint/2012/main">
        <p15:guide id="1" orient="horz" pos="1265">
          <p15:clr>
            <a:srgbClr val="E46962"/>
          </p15:clr>
        </p15:guide>
        <p15:guide id="2" orient="horz" pos="204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and Text - Right">
  <p:cSld name="BIG_NUMBER">
    <p:bg>
      <p:bgPr>
        <a:solidFill>
          <a:schemeClr val="accent2"/>
        </a:solidFill>
        <a:effectLst/>
      </p:bgPr>
    </p:bg>
    <p:spTree>
      <p:nvGrpSpPr>
        <p:cNvPr id="1" name="Shape 88"/>
        <p:cNvGrpSpPr/>
        <p:nvPr/>
      </p:nvGrpSpPr>
      <p:grpSpPr>
        <a:xfrm>
          <a:off x="0" y="0"/>
          <a:ext cx="0" cy="0"/>
          <a:chOff x="0" y="0"/>
          <a:chExt cx="0" cy="0"/>
        </a:xfrm>
      </p:grpSpPr>
      <p:sp>
        <p:nvSpPr>
          <p:cNvPr id="89" name="Google Shape;89;p11"/>
          <p:cNvSpPr>
            <a:spLocks noGrp="1"/>
          </p:cNvSpPr>
          <p:nvPr>
            <p:ph type="pic" idx="2"/>
          </p:nvPr>
        </p:nvSpPr>
        <p:spPr>
          <a:xfrm>
            <a:off x="173544" y="157238"/>
            <a:ext cx="5141400" cy="4434000"/>
          </a:xfrm>
          <a:prstGeom prst="rect">
            <a:avLst/>
          </a:prstGeom>
          <a:noFill/>
          <a:ln w="28575" cap="flat" cmpd="sng">
            <a:solidFill>
              <a:schemeClr val="lt1"/>
            </a:solidFill>
            <a:prstDash val="solid"/>
            <a:round/>
            <a:headEnd type="none" w="sm" len="sm"/>
            <a:tailEnd type="none" w="sm" len="sm"/>
          </a:ln>
        </p:spPr>
      </p:sp>
      <p:sp>
        <p:nvSpPr>
          <p:cNvPr id="90" name="Google Shape;90;p11"/>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1"/>
          <p:cNvSpPr txBox="1">
            <a:spLocks noGrp="1"/>
          </p:cNvSpPr>
          <p:nvPr>
            <p:ph type="body" idx="1"/>
          </p:nvPr>
        </p:nvSpPr>
        <p:spPr>
          <a:xfrm>
            <a:off x="5641750" y="2177850"/>
            <a:ext cx="3127500" cy="24951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Clr>
                <a:schemeClr val="accent6"/>
              </a:buClr>
              <a:buSzPts val="1600"/>
              <a:buChar char="●"/>
              <a:defRPr>
                <a:solidFill>
                  <a:schemeClr val="accent6"/>
                </a:solidFill>
              </a:defRPr>
            </a:lvl1pPr>
            <a:lvl2pPr marL="914400" lvl="1" indent="-323850">
              <a:spcBef>
                <a:spcPts val="0"/>
              </a:spcBef>
              <a:spcAft>
                <a:spcPts val="0"/>
              </a:spcAft>
              <a:buClr>
                <a:schemeClr val="accent6"/>
              </a:buClr>
              <a:buSzPts val="1500"/>
              <a:buChar char="○"/>
              <a:defRPr>
                <a:solidFill>
                  <a:schemeClr val="accent6"/>
                </a:solidFill>
              </a:defRPr>
            </a:lvl2pPr>
            <a:lvl3pPr marL="1371600" lvl="2" indent="-317500">
              <a:spcBef>
                <a:spcPts val="0"/>
              </a:spcBef>
              <a:spcAft>
                <a:spcPts val="0"/>
              </a:spcAft>
              <a:buClr>
                <a:schemeClr val="accent6"/>
              </a:buClr>
              <a:buSzPts val="1400"/>
              <a:buChar char="■"/>
              <a:defRPr>
                <a:solidFill>
                  <a:schemeClr val="accent6"/>
                </a:solidFill>
              </a:defRPr>
            </a:lvl3pPr>
            <a:lvl4pPr marL="1828800" lvl="3" indent="-311150">
              <a:spcBef>
                <a:spcPts val="0"/>
              </a:spcBef>
              <a:spcAft>
                <a:spcPts val="0"/>
              </a:spcAft>
              <a:buClr>
                <a:schemeClr val="accent6"/>
              </a:buClr>
              <a:buSzPts val="1300"/>
              <a:buChar char="●"/>
              <a:defRPr>
                <a:solidFill>
                  <a:schemeClr val="accent6"/>
                </a:solidFill>
              </a:defRPr>
            </a:lvl4pPr>
            <a:lvl5pPr marL="2286000" lvl="4" indent="-304800">
              <a:spcBef>
                <a:spcPts val="0"/>
              </a:spcBef>
              <a:spcAft>
                <a:spcPts val="0"/>
              </a:spcAft>
              <a:buClr>
                <a:schemeClr val="accent6"/>
              </a:buClr>
              <a:buSzPts val="1200"/>
              <a:buChar char="○"/>
              <a:defRPr>
                <a:solidFill>
                  <a:schemeClr val="accent6"/>
                </a:solidFill>
              </a:defRPr>
            </a:lvl5pPr>
            <a:lvl6pPr marL="2743200" lvl="5" indent="-298450">
              <a:spcBef>
                <a:spcPts val="0"/>
              </a:spcBef>
              <a:spcAft>
                <a:spcPts val="0"/>
              </a:spcAft>
              <a:buClr>
                <a:schemeClr val="accent6"/>
              </a:buClr>
              <a:buSzPts val="1100"/>
              <a:buChar char="■"/>
              <a:defRPr>
                <a:solidFill>
                  <a:schemeClr val="accent6"/>
                </a:solidFill>
              </a:defRPr>
            </a:lvl6pPr>
            <a:lvl7pPr marL="3200400" lvl="6" indent="-292100">
              <a:spcBef>
                <a:spcPts val="0"/>
              </a:spcBef>
              <a:spcAft>
                <a:spcPts val="0"/>
              </a:spcAft>
              <a:buClr>
                <a:schemeClr val="accent6"/>
              </a:buClr>
              <a:buSzPts val="1000"/>
              <a:buChar char="●"/>
              <a:defRPr>
                <a:solidFill>
                  <a:schemeClr val="accent6"/>
                </a:solidFill>
              </a:defRPr>
            </a:lvl7pPr>
            <a:lvl8pPr marL="3657600" lvl="7" indent="-285750">
              <a:spcBef>
                <a:spcPts val="0"/>
              </a:spcBef>
              <a:spcAft>
                <a:spcPts val="0"/>
              </a:spcAft>
              <a:buClr>
                <a:schemeClr val="accent6"/>
              </a:buClr>
              <a:buSzPts val="900"/>
              <a:buChar char="○"/>
              <a:defRPr>
                <a:solidFill>
                  <a:schemeClr val="accent6"/>
                </a:solidFill>
              </a:defRPr>
            </a:lvl8pPr>
            <a:lvl9pPr marL="4114800" lvl="8" indent="-279400">
              <a:spcBef>
                <a:spcPts val="0"/>
              </a:spcBef>
              <a:spcAft>
                <a:spcPts val="0"/>
              </a:spcAft>
              <a:buClr>
                <a:schemeClr val="accent6"/>
              </a:buClr>
              <a:buSzPts val="800"/>
              <a:buChar char="■"/>
              <a:defRPr>
                <a:solidFill>
                  <a:schemeClr val="accent6"/>
                </a:solidFill>
              </a:defRPr>
            </a:lvl9pPr>
          </a:lstStyle>
          <a:p>
            <a:endParaRPr/>
          </a:p>
        </p:txBody>
      </p:sp>
      <p:sp>
        <p:nvSpPr>
          <p:cNvPr id="92" name="Google Shape;92;p11"/>
          <p:cNvSpPr txBox="1">
            <a:spLocks noGrp="1"/>
          </p:cNvSpPr>
          <p:nvPr>
            <p:ph type="title"/>
          </p:nvPr>
        </p:nvSpPr>
        <p:spPr>
          <a:xfrm>
            <a:off x="5641750" y="0"/>
            <a:ext cx="3127500" cy="2005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6"/>
              </a:buClr>
              <a:buSzPts val="4000"/>
              <a:buNone/>
              <a:defRPr>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1"/>
          <p:cNvSpPr txBox="1">
            <a:spLocks noGrp="1"/>
          </p:cNvSpPr>
          <p:nvPr>
            <p:ph type="body" idx="3"/>
          </p:nvPr>
        </p:nvSpPr>
        <p:spPr>
          <a:xfrm>
            <a:off x="165800" y="4845125"/>
            <a:ext cx="1248300" cy="157800"/>
          </a:xfrm>
          <a:prstGeom prst="rect">
            <a:avLst/>
          </a:prstGeom>
          <a:ln w="9525" cap="flat" cmpd="sng">
            <a:solidFill>
              <a:schemeClr val="lt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Clr>
                <a:schemeClr val="lt1"/>
              </a:buClr>
              <a:buSzPts val="800"/>
              <a:buFont typeface="Rubik"/>
              <a:buChar char="●"/>
              <a:defRPr sz="800">
                <a:solidFill>
                  <a:schemeClr val="lt1"/>
                </a:solidFill>
              </a:defRPr>
            </a:lvl1pPr>
            <a:lvl2pPr marL="914400" lvl="1" indent="-279400">
              <a:spcBef>
                <a:spcPts val="0"/>
              </a:spcBef>
              <a:spcAft>
                <a:spcPts val="0"/>
              </a:spcAft>
              <a:buClr>
                <a:schemeClr val="lt1"/>
              </a:buClr>
              <a:buSzPts val="800"/>
              <a:buFont typeface="Rubik"/>
              <a:buChar char="○"/>
              <a:defRPr sz="800">
                <a:solidFill>
                  <a:schemeClr val="lt1"/>
                </a:solidFill>
              </a:defRPr>
            </a:lvl2pPr>
            <a:lvl3pPr marL="1371600" lvl="2" indent="-279400">
              <a:spcBef>
                <a:spcPts val="0"/>
              </a:spcBef>
              <a:spcAft>
                <a:spcPts val="0"/>
              </a:spcAft>
              <a:buClr>
                <a:schemeClr val="lt1"/>
              </a:buClr>
              <a:buSzPts val="800"/>
              <a:buFont typeface="Rubik"/>
              <a:buChar char="■"/>
              <a:defRPr sz="800">
                <a:solidFill>
                  <a:schemeClr val="lt1"/>
                </a:solidFill>
              </a:defRPr>
            </a:lvl3pPr>
            <a:lvl4pPr marL="1828800" lvl="3" indent="-279400">
              <a:spcBef>
                <a:spcPts val="0"/>
              </a:spcBef>
              <a:spcAft>
                <a:spcPts val="0"/>
              </a:spcAft>
              <a:buClr>
                <a:schemeClr val="lt1"/>
              </a:buClr>
              <a:buSzPts val="800"/>
              <a:buFont typeface="Rubik"/>
              <a:buChar char="●"/>
              <a:defRPr sz="800">
                <a:solidFill>
                  <a:schemeClr val="lt1"/>
                </a:solidFill>
              </a:defRPr>
            </a:lvl4pPr>
            <a:lvl5pPr marL="2286000" lvl="4" indent="-279400">
              <a:spcBef>
                <a:spcPts val="0"/>
              </a:spcBef>
              <a:spcAft>
                <a:spcPts val="0"/>
              </a:spcAft>
              <a:buClr>
                <a:schemeClr val="lt1"/>
              </a:buClr>
              <a:buSzPts val="800"/>
              <a:buFont typeface="Rubik"/>
              <a:buChar char="○"/>
              <a:defRPr sz="800">
                <a:solidFill>
                  <a:schemeClr val="lt1"/>
                </a:solidFill>
              </a:defRPr>
            </a:lvl5pPr>
            <a:lvl6pPr marL="2743200" lvl="5" indent="-279400">
              <a:spcBef>
                <a:spcPts val="0"/>
              </a:spcBef>
              <a:spcAft>
                <a:spcPts val="0"/>
              </a:spcAft>
              <a:buClr>
                <a:schemeClr val="lt1"/>
              </a:buClr>
              <a:buSzPts val="800"/>
              <a:buFont typeface="Rubik"/>
              <a:buChar char="■"/>
              <a:defRPr sz="800">
                <a:solidFill>
                  <a:schemeClr val="lt1"/>
                </a:solidFill>
              </a:defRPr>
            </a:lvl6pPr>
            <a:lvl7pPr marL="3200400" lvl="6" indent="-279400">
              <a:spcBef>
                <a:spcPts val="0"/>
              </a:spcBef>
              <a:spcAft>
                <a:spcPts val="0"/>
              </a:spcAft>
              <a:buClr>
                <a:schemeClr val="lt1"/>
              </a:buClr>
              <a:buSzPts val="800"/>
              <a:buFont typeface="Rubik"/>
              <a:buChar char="●"/>
              <a:defRPr sz="800">
                <a:solidFill>
                  <a:schemeClr val="lt1"/>
                </a:solidFill>
              </a:defRPr>
            </a:lvl7pPr>
            <a:lvl8pPr marL="3657600" lvl="7" indent="-279400">
              <a:spcBef>
                <a:spcPts val="0"/>
              </a:spcBef>
              <a:spcAft>
                <a:spcPts val="0"/>
              </a:spcAft>
              <a:buClr>
                <a:schemeClr val="lt1"/>
              </a:buClr>
              <a:buSzPts val="800"/>
              <a:buFont typeface="Rubik"/>
              <a:buChar char="○"/>
              <a:defRPr sz="800">
                <a:solidFill>
                  <a:schemeClr val="lt1"/>
                </a:solidFill>
              </a:defRPr>
            </a:lvl8pPr>
            <a:lvl9pPr marL="4114800" lvl="8" indent="-279400">
              <a:spcBef>
                <a:spcPts val="0"/>
              </a:spcBef>
              <a:spcAft>
                <a:spcPts val="0"/>
              </a:spcAft>
              <a:buClr>
                <a:schemeClr val="lt1"/>
              </a:buClr>
              <a:buSzPts val="800"/>
              <a:buFont typeface="Rubik"/>
              <a:buChar char="■"/>
              <a:defRPr sz="800">
                <a:solidFill>
                  <a:schemeClr val="lt1"/>
                </a:solidFill>
              </a:defRPr>
            </a:lvl9pPr>
          </a:lstStyle>
          <a:p>
            <a:endParaRPr/>
          </a:p>
        </p:txBody>
      </p:sp>
      <p:sp>
        <p:nvSpPr>
          <p:cNvPr id="94" name="Google Shape;94;p11"/>
          <p:cNvSpPr txBox="1">
            <a:spLocks noGrp="1"/>
          </p:cNvSpPr>
          <p:nvPr>
            <p:ph type="body" idx="4"/>
          </p:nvPr>
        </p:nvSpPr>
        <p:spPr>
          <a:xfrm>
            <a:off x="2281250" y="4845150"/>
            <a:ext cx="1802700" cy="157800"/>
          </a:xfrm>
          <a:prstGeom prst="rect">
            <a:avLst/>
          </a:prstGeom>
          <a:ln w="9525" cap="flat" cmpd="sng">
            <a:solidFill>
              <a:schemeClr val="lt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Clr>
                <a:schemeClr val="lt1"/>
              </a:buClr>
              <a:buSzPts val="800"/>
              <a:buFont typeface="Rubik"/>
              <a:buChar char="●"/>
              <a:defRPr sz="800">
                <a:solidFill>
                  <a:schemeClr val="lt1"/>
                </a:solidFill>
              </a:defRPr>
            </a:lvl1pPr>
            <a:lvl2pPr marL="914400" lvl="1" indent="-279400">
              <a:spcBef>
                <a:spcPts val="0"/>
              </a:spcBef>
              <a:spcAft>
                <a:spcPts val="0"/>
              </a:spcAft>
              <a:buClr>
                <a:schemeClr val="lt1"/>
              </a:buClr>
              <a:buSzPts val="800"/>
              <a:buFont typeface="Rubik"/>
              <a:buChar char="○"/>
              <a:defRPr sz="800">
                <a:solidFill>
                  <a:schemeClr val="lt1"/>
                </a:solidFill>
              </a:defRPr>
            </a:lvl2pPr>
            <a:lvl3pPr marL="1371600" lvl="2" indent="-279400">
              <a:spcBef>
                <a:spcPts val="0"/>
              </a:spcBef>
              <a:spcAft>
                <a:spcPts val="0"/>
              </a:spcAft>
              <a:buClr>
                <a:schemeClr val="lt1"/>
              </a:buClr>
              <a:buSzPts val="800"/>
              <a:buFont typeface="Rubik"/>
              <a:buChar char="■"/>
              <a:defRPr sz="800">
                <a:solidFill>
                  <a:schemeClr val="lt1"/>
                </a:solidFill>
              </a:defRPr>
            </a:lvl3pPr>
            <a:lvl4pPr marL="1828800" lvl="3" indent="-279400">
              <a:spcBef>
                <a:spcPts val="0"/>
              </a:spcBef>
              <a:spcAft>
                <a:spcPts val="0"/>
              </a:spcAft>
              <a:buClr>
                <a:schemeClr val="lt1"/>
              </a:buClr>
              <a:buSzPts val="800"/>
              <a:buFont typeface="Rubik"/>
              <a:buChar char="●"/>
              <a:defRPr sz="800">
                <a:solidFill>
                  <a:schemeClr val="lt1"/>
                </a:solidFill>
              </a:defRPr>
            </a:lvl4pPr>
            <a:lvl5pPr marL="2286000" lvl="4" indent="-279400">
              <a:spcBef>
                <a:spcPts val="0"/>
              </a:spcBef>
              <a:spcAft>
                <a:spcPts val="0"/>
              </a:spcAft>
              <a:buClr>
                <a:schemeClr val="lt1"/>
              </a:buClr>
              <a:buSzPts val="800"/>
              <a:buFont typeface="Rubik"/>
              <a:buChar char="○"/>
              <a:defRPr sz="800">
                <a:solidFill>
                  <a:schemeClr val="lt1"/>
                </a:solidFill>
              </a:defRPr>
            </a:lvl5pPr>
            <a:lvl6pPr marL="2743200" lvl="5" indent="-279400">
              <a:spcBef>
                <a:spcPts val="0"/>
              </a:spcBef>
              <a:spcAft>
                <a:spcPts val="0"/>
              </a:spcAft>
              <a:buClr>
                <a:schemeClr val="lt1"/>
              </a:buClr>
              <a:buSzPts val="800"/>
              <a:buFont typeface="Rubik"/>
              <a:buChar char="■"/>
              <a:defRPr sz="800">
                <a:solidFill>
                  <a:schemeClr val="lt1"/>
                </a:solidFill>
              </a:defRPr>
            </a:lvl6pPr>
            <a:lvl7pPr marL="3200400" lvl="6" indent="-279400">
              <a:spcBef>
                <a:spcPts val="0"/>
              </a:spcBef>
              <a:spcAft>
                <a:spcPts val="0"/>
              </a:spcAft>
              <a:buClr>
                <a:schemeClr val="lt1"/>
              </a:buClr>
              <a:buSzPts val="800"/>
              <a:buFont typeface="Rubik"/>
              <a:buChar char="●"/>
              <a:defRPr sz="800">
                <a:solidFill>
                  <a:schemeClr val="lt1"/>
                </a:solidFill>
              </a:defRPr>
            </a:lvl7pPr>
            <a:lvl8pPr marL="3657600" lvl="7" indent="-279400">
              <a:spcBef>
                <a:spcPts val="0"/>
              </a:spcBef>
              <a:spcAft>
                <a:spcPts val="0"/>
              </a:spcAft>
              <a:buClr>
                <a:schemeClr val="lt1"/>
              </a:buClr>
              <a:buSzPts val="800"/>
              <a:buFont typeface="Rubik"/>
              <a:buChar char="○"/>
              <a:defRPr sz="800">
                <a:solidFill>
                  <a:schemeClr val="lt1"/>
                </a:solidFill>
              </a:defRPr>
            </a:lvl8pPr>
            <a:lvl9pPr marL="4114800" lvl="8" indent="-279400">
              <a:spcBef>
                <a:spcPts val="0"/>
              </a:spcBef>
              <a:spcAft>
                <a:spcPts val="0"/>
              </a:spcAft>
              <a:buClr>
                <a:schemeClr val="lt1"/>
              </a:buClr>
              <a:buSzPts val="800"/>
              <a:buFont typeface="Rubik"/>
              <a:buChar char="■"/>
              <a:defRPr sz="800">
                <a:solidFill>
                  <a:schemeClr val="lt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and Text - Left">
  <p:cSld name="CUSTOM_2">
    <p:spTree>
      <p:nvGrpSpPr>
        <p:cNvPr id="1" name="Shape 95"/>
        <p:cNvGrpSpPr/>
        <p:nvPr/>
      </p:nvGrpSpPr>
      <p:grpSpPr>
        <a:xfrm>
          <a:off x="0" y="0"/>
          <a:ext cx="0" cy="0"/>
          <a:chOff x="0" y="0"/>
          <a:chExt cx="0" cy="0"/>
        </a:xfrm>
      </p:grpSpPr>
      <p:sp>
        <p:nvSpPr>
          <p:cNvPr id="96" name="Google Shape;96;p12"/>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7" name="Google Shape;97;p12"/>
          <p:cNvSpPr>
            <a:spLocks noGrp="1"/>
          </p:cNvSpPr>
          <p:nvPr>
            <p:ph type="pic" idx="2"/>
          </p:nvPr>
        </p:nvSpPr>
        <p:spPr>
          <a:xfrm>
            <a:off x="3836756" y="180475"/>
            <a:ext cx="5141400" cy="4434000"/>
          </a:xfrm>
          <a:prstGeom prst="rect">
            <a:avLst/>
          </a:prstGeom>
          <a:noFill/>
          <a:ln w="28575" cap="flat" cmpd="sng">
            <a:solidFill>
              <a:schemeClr val="dk1"/>
            </a:solidFill>
            <a:prstDash val="solid"/>
            <a:round/>
            <a:headEnd type="none" w="sm" len="sm"/>
            <a:tailEnd type="none" w="sm" len="sm"/>
          </a:ln>
        </p:spPr>
      </p:sp>
      <p:sp>
        <p:nvSpPr>
          <p:cNvPr id="98" name="Google Shape;98;p12"/>
          <p:cNvSpPr txBox="1">
            <a:spLocks noGrp="1"/>
          </p:cNvSpPr>
          <p:nvPr>
            <p:ph type="sldNum" idx="3"/>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9" name="Google Shape;99;p12"/>
          <p:cNvSpPr txBox="1">
            <a:spLocks noGrp="1"/>
          </p:cNvSpPr>
          <p:nvPr>
            <p:ph type="body" idx="1"/>
          </p:nvPr>
        </p:nvSpPr>
        <p:spPr>
          <a:xfrm>
            <a:off x="147175" y="2320325"/>
            <a:ext cx="3361200" cy="2218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100" name="Google Shape;100;p12"/>
          <p:cNvSpPr txBox="1">
            <a:spLocks noGrp="1"/>
          </p:cNvSpPr>
          <p:nvPr>
            <p:ph type="title"/>
          </p:nvPr>
        </p:nvSpPr>
        <p:spPr>
          <a:xfrm>
            <a:off x="147175" y="24500"/>
            <a:ext cx="3361200" cy="21054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101" name="Google Shape;101;p12"/>
          <p:cNvSpPr txBox="1">
            <a:spLocks noGrp="1"/>
          </p:cNvSpPr>
          <p:nvPr>
            <p:ph type="body" idx="4"/>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02" name="Google Shape;102;p12"/>
          <p:cNvSpPr txBox="1">
            <a:spLocks noGrp="1"/>
          </p:cNvSpPr>
          <p:nvPr>
            <p:ph type="body" idx="5"/>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xt + Image/Data" type="blank">
  <p:cSld name="BLANK">
    <p:spTree>
      <p:nvGrpSpPr>
        <p:cNvPr id="1" name="Shape 103"/>
        <p:cNvGrpSpPr/>
        <p:nvPr/>
      </p:nvGrpSpPr>
      <p:grpSpPr>
        <a:xfrm>
          <a:off x="0" y="0"/>
          <a:ext cx="0" cy="0"/>
          <a:chOff x="0" y="0"/>
          <a:chExt cx="0" cy="0"/>
        </a:xfrm>
      </p:grpSpPr>
      <p:sp>
        <p:nvSpPr>
          <p:cNvPr id="104" name="Google Shape;104;p13"/>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13"/>
          <p:cNvSpPr txBox="1">
            <a:spLocks noGrp="1"/>
          </p:cNvSpPr>
          <p:nvPr>
            <p:ph type="sldNum" idx="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13"/>
          <p:cNvSpPr txBox="1">
            <a:spLocks noGrp="1"/>
          </p:cNvSpPr>
          <p:nvPr>
            <p:ph type="body" idx="1"/>
          </p:nvPr>
        </p:nvSpPr>
        <p:spPr>
          <a:xfrm>
            <a:off x="4871100" y="121750"/>
            <a:ext cx="3917100" cy="1896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07" name="Google Shape;107;p13"/>
          <p:cNvSpPr txBox="1">
            <a:spLocks noGrp="1"/>
          </p:cNvSpPr>
          <p:nvPr>
            <p:ph type="title"/>
          </p:nvPr>
        </p:nvSpPr>
        <p:spPr>
          <a:xfrm>
            <a:off x="141050" y="112825"/>
            <a:ext cx="4555800" cy="19056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3"/>
          <p:cNvSpPr txBox="1">
            <a:spLocks noGrp="1"/>
          </p:cNvSpPr>
          <p:nvPr>
            <p:ph type="body" idx="3"/>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09" name="Google Shape;109;p13"/>
          <p:cNvSpPr txBox="1">
            <a:spLocks noGrp="1"/>
          </p:cNvSpPr>
          <p:nvPr>
            <p:ph type="body" idx="4"/>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isks Graphic">
  <p:cSld name="CUSTOM_4">
    <p:spTree>
      <p:nvGrpSpPr>
        <p:cNvPr id="1" name="Shape 110"/>
        <p:cNvGrpSpPr/>
        <p:nvPr/>
      </p:nvGrpSpPr>
      <p:grpSpPr>
        <a:xfrm>
          <a:off x="0" y="0"/>
          <a:ext cx="0" cy="0"/>
          <a:chOff x="0" y="0"/>
          <a:chExt cx="0" cy="0"/>
        </a:xfrm>
      </p:grpSpPr>
      <p:sp>
        <p:nvSpPr>
          <p:cNvPr id="111" name="Google Shape;111;p14"/>
          <p:cNvSpPr txBox="1">
            <a:spLocks noGrp="1"/>
          </p:cNvSpPr>
          <p:nvPr>
            <p:ph type="body" idx="1"/>
          </p:nvPr>
        </p:nvSpPr>
        <p:spPr>
          <a:xfrm>
            <a:off x="151350" y="1890700"/>
            <a:ext cx="2622900" cy="1099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1"/>
              </a:buClr>
              <a:buSzPts val="1000"/>
              <a:buFont typeface="Rubik"/>
              <a:buChar char="●"/>
              <a:defRPr sz="1000">
                <a:solidFill>
                  <a:schemeClr val="dk1"/>
                </a:solidFill>
              </a:defRPr>
            </a:lvl1pPr>
            <a:lvl2pPr marL="914400" lvl="1" indent="-292100">
              <a:spcBef>
                <a:spcPts val="0"/>
              </a:spcBef>
              <a:spcAft>
                <a:spcPts val="0"/>
              </a:spcAft>
              <a:buClr>
                <a:schemeClr val="dk1"/>
              </a:buClr>
              <a:buSzPts val="1000"/>
              <a:buFont typeface="Rubik"/>
              <a:buChar char="○"/>
              <a:defRPr sz="1000">
                <a:solidFill>
                  <a:schemeClr val="dk1"/>
                </a:solidFill>
              </a:defRPr>
            </a:lvl2pPr>
            <a:lvl3pPr marL="1371600" lvl="2" indent="-292100">
              <a:spcBef>
                <a:spcPts val="0"/>
              </a:spcBef>
              <a:spcAft>
                <a:spcPts val="0"/>
              </a:spcAft>
              <a:buClr>
                <a:schemeClr val="dk1"/>
              </a:buClr>
              <a:buSzPts val="1000"/>
              <a:buFont typeface="Rubik"/>
              <a:buChar char="■"/>
              <a:defRPr sz="1000">
                <a:solidFill>
                  <a:schemeClr val="dk1"/>
                </a:solidFill>
              </a:defRPr>
            </a:lvl3pPr>
            <a:lvl4pPr marL="1828800" lvl="3" indent="-292100">
              <a:spcBef>
                <a:spcPts val="0"/>
              </a:spcBef>
              <a:spcAft>
                <a:spcPts val="0"/>
              </a:spcAft>
              <a:buSzPts val="1000"/>
              <a:buFont typeface="Rubik"/>
              <a:buChar char="●"/>
              <a:defRPr sz="1000"/>
            </a:lvl4pPr>
            <a:lvl5pPr marL="2286000" lvl="4" indent="-292100">
              <a:spcBef>
                <a:spcPts val="0"/>
              </a:spcBef>
              <a:spcAft>
                <a:spcPts val="0"/>
              </a:spcAft>
              <a:buClr>
                <a:schemeClr val="dk1"/>
              </a:buClr>
              <a:buSzPts val="1000"/>
              <a:buFont typeface="Rubik"/>
              <a:buChar char="○"/>
              <a:defRPr sz="1000">
                <a:solidFill>
                  <a:schemeClr val="dk1"/>
                </a:solidFill>
              </a:defRPr>
            </a:lvl5pPr>
            <a:lvl6pPr marL="2743200" lvl="5" indent="-292100">
              <a:spcBef>
                <a:spcPts val="0"/>
              </a:spcBef>
              <a:spcAft>
                <a:spcPts val="0"/>
              </a:spcAft>
              <a:buClr>
                <a:schemeClr val="dk1"/>
              </a:buClr>
              <a:buSzPts val="1000"/>
              <a:buFont typeface="Rubik"/>
              <a:buChar char="■"/>
              <a:defRPr sz="1000">
                <a:solidFill>
                  <a:schemeClr val="dk1"/>
                </a:solidFill>
              </a:defRPr>
            </a:lvl6pPr>
            <a:lvl7pPr marL="3200400" lvl="6" indent="-292100">
              <a:spcBef>
                <a:spcPts val="0"/>
              </a:spcBef>
              <a:spcAft>
                <a:spcPts val="0"/>
              </a:spcAft>
              <a:buClr>
                <a:schemeClr val="dk1"/>
              </a:buClr>
              <a:buSzPts val="1000"/>
              <a:buFont typeface="Rubik"/>
              <a:buChar char="●"/>
              <a:defRPr>
                <a:solidFill>
                  <a:schemeClr val="dk1"/>
                </a:solidFill>
              </a:defRPr>
            </a:lvl7pPr>
            <a:lvl8pPr marL="3657600" lvl="7" indent="-292100">
              <a:spcBef>
                <a:spcPts val="0"/>
              </a:spcBef>
              <a:spcAft>
                <a:spcPts val="0"/>
              </a:spcAft>
              <a:buClr>
                <a:schemeClr val="dk1"/>
              </a:buClr>
              <a:buSzPts val="1000"/>
              <a:buFont typeface="Rubik"/>
              <a:buChar char="○"/>
              <a:defRPr sz="1000">
                <a:solidFill>
                  <a:schemeClr val="dk1"/>
                </a:solidFill>
              </a:defRPr>
            </a:lvl8pPr>
            <a:lvl9pPr marL="4114800" lvl="8" indent="-292100">
              <a:spcBef>
                <a:spcPts val="0"/>
              </a:spcBef>
              <a:spcAft>
                <a:spcPts val="0"/>
              </a:spcAft>
              <a:buClr>
                <a:schemeClr val="dk1"/>
              </a:buClr>
              <a:buSzPts val="1000"/>
              <a:buFont typeface="Rubik"/>
              <a:buChar char="■"/>
              <a:defRPr sz="1000">
                <a:solidFill>
                  <a:schemeClr val="dk1"/>
                </a:solidFill>
              </a:defRPr>
            </a:lvl9pPr>
          </a:lstStyle>
          <a:p>
            <a:endParaRPr/>
          </a:p>
        </p:txBody>
      </p:sp>
      <p:sp>
        <p:nvSpPr>
          <p:cNvPr id="112" name="Google Shape;112;p14"/>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3" name="Google Shape;113;p14"/>
          <p:cNvSpPr txBox="1">
            <a:spLocks noGrp="1"/>
          </p:cNvSpPr>
          <p:nvPr>
            <p:ph type="sldNum" idx="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14"/>
          <p:cNvSpPr>
            <a:spLocks noGrp="1"/>
          </p:cNvSpPr>
          <p:nvPr>
            <p:ph type="pic" idx="3"/>
          </p:nvPr>
        </p:nvSpPr>
        <p:spPr>
          <a:xfrm>
            <a:off x="3723274" y="3402725"/>
            <a:ext cx="373200" cy="373200"/>
          </a:xfrm>
          <a:prstGeom prst="ellipse">
            <a:avLst/>
          </a:prstGeom>
          <a:noFill/>
          <a:ln>
            <a:noFill/>
          </a:ln>
        </p:spPr>
      </p:sp>
      <p:sp>
        <p:nvSpPr>
          <p:cNvPr id="115" name="Google Shape;115;p14"/>
          <p:cNvSpPr>
            <a:spLocks noGrp="1"/>
          </p:cNvSpPr>
          <p:nvPr>
            <p:ph type="pic" idx="4"/>
          </p:nvPr>
        </p:nvSpPr>
        <p:spPr>
          <a:xfrm>
            <a:off x="3723274" y="2329725"/>
            <a:ext cx="373200" cy="373200"/>
          </a:xfrm>
          <a:prstGeom prst="ellipse">
            <a:avLst/>
          </a:prstGeom>
          <a:noFill/>
          <a:ln>
            <a:noFill/>
          </a:ln>
        </p:spPr>
      </p:sp>
      <p:sp>
        <p:nvSpPr>
          <p:cNvPr id="116" name="Google Shape;116;p14"/>
          <p:cNvSpPr>
            <a:spLocks noGrp="1"/>
          </p:cNvSpPr>
          <p:nvPr>
            <p:ph type="pic" idx="5"/>
          </p:nvPr>
        </p:nvSpPr>
        <p:spPr>
          <a:xfrm>
            <a:off x="4681300" y="3402725"/>
            <a:ext cx="373200" cy="373200"/>
          </a:xfrm>
          <a:prstGeom prst="ellipse">
            <a:avLst/>
          </a:prstGeom>
          <a:noFill/>
          <a:ln>
            <a:noFill/>
          </a:ln>
        </p:spPr>
      </p:sp>
      <p:sp>
        <p:nvSpPr>
          <p:cNvPr id="117" name="Google Shape;117;p14"/>
          <p:cNvSpPr>
            <a:spLocks noGrp="1"/>
          </p:cNvSpPr>
          <p:nvPr>
            <p:ph type="pic" idx="6"/>
          </p:nvPr>
        </p:nvSpPr>
        <p:spPr>
          <a:xfrm>
            <a:off x="4681300" y="2329725"/>
            <a:ext cx="373200" cy="373200"/>
          </a:xfrm>
          <a:prstGeom prst="ellipse">
            <a:avLst/>
          </a:prstGeom>
          <a:noFill/>
          <a:ln>
            <a:noFill/>
          </a:ln>
        </p:spPr>
      </p:sp>
      <p:sp>
        <p:nvSpPr>
          <p:cNvPr id="118" name="Google Shape;118;p14"/>
          <p:cNvSpPr txBox="1">
            <a:spLocks noGrp="1"/>
          </p:cNvSpPr>
          <p:nvPr>
            <p:ph type="body" idx="7"/>
          </p:nvPr>
        </p:nvSpPr>
        <p:spPr>
          <a:xfrm>
            <a:off x="4902050" y="111975"/>
            <a:ext cx="3890700" cy="1099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19" name="Google Shape;119;p14"/>
          <p:cNvSpPr txBox="1">
            <a:spLocks noGrp="1"/>
          </p:cNvSpPr>
          <p:nvPr>
            <p:ph type="title"/>
          </p:nvPr>
        </p:nvSpPr>
        <p:spPr>
          <a:xfrm>
            <a:off x="151350" y="111975"/>
            <a:ext cx="4104600" cy="1099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120" name="Google Shape;120;p14"/>
          <p:cNvSpPr txBox="1">
            <a:spLocks noGrp="1"/>
          </p:cNvSpPr>
          <p:nvPr>
            <p:ph type="body" idx="8"/>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21" name="Google Shape;121;p14"/>
          <p:cNvSpPr txBox="1">
            <a:spLocks noGrp="1"/>
          </p:cNvSpPr>
          <p:nvPr>
            <p:ph type="body" idx="9"/>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22" name="Google Shape;122;p14"/>
          <p:cNvSpPr txBox="1">
            <a:spLocks noGrp="1"/>
          </p:cNvSpPr>
          <p:nvPr>
            <p:ph type="body" idx="13"/>
          </p:nvPr>
        </p:nvSpPr>
        <p:spPr>
          <a:xfrm>
            <a:off x="6037125" y="1890700"/>
            <a:ext cx="2622900" cy="1099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1"/>
              </a:buClr>
              <a:buSzPts val="1000"/>
              <a:buFont typeface="Rubik"/>
              <a:buChar char="●"/>
              <a:defRPr sz="1000">
                <a:solidFill>
                  <a:schemeClr val="dk1"/>
                </a:solidFill>
              </a:defRPr>
            </a:lvl1pPr>
            <a:lvl2pPr marL="914400" lvl="1" indent="-292100">
              <a:spcBef>
                <a:spcPts val="0"/>
              </a:spcBef>
              <a:spcAft>
                <a:spcPts val="0"/>
              </a:spcAft>
              <a:buClr>
                <a:schemeClr val="dk1"/>
              </a:buClr>
              <a:buSzPts val="1000"/>
              <a:buFont typeface="Rubik"/>
              <a:buChar char="○"/>
              <a:defRPr sz="1000">
                <a:solidFill>
                  <a:schemeClr val="dk1"/>
                </a:solidFill>
              </a:defRPr>
            </a:lvl2pPr>
            <a:lvl3pPr marL="1371600" lvl="2" indent="-292100">
              <a:spcBef>
                <a:spcPts val="0"/>
              </a:spcBef>
              <a:spcAft>
                <a:spcPts val="0"/>
              </a:spcAft>
              <a:buClr>
                <a:schemeClr val="dk1"/>
              </a:buClr>
              <a:buSzPts val="1000"/>
              <a:buFont typeface="Rubik"/>
              <a:buChar char="■"/>
              <a:defRPr sz="1000">
                <a:solidFill>
                  <a:schemeClr val="dk1"/>
                </a:solidFill>
              </a:defRPr>
            </a:lvl3pPr>
            <a:lvl4pPr marL="1828800" lvl="3" indent="-292100">
              <a:spcBef>
                <a:spcPts val="0"/>
              </a:spcBef>
              <a:spcAft>
                <a:spcPts val="0"/>
              </a:spcAft>
              <a:buSzPts val="1000"/>
              <a:buFont typeface="Rubik"/>
              <a:buChar char="●"/>
              <a:defRPr sz="1000"/>
            </a:lvl4pPr>
            <a:lvl5pPr marL="2286000" lvl="4" indent="-292100">
              <a:spcBef>
                <a:spcPts val="0"/>
              </a:spcBef>
              <a:spcAft>
                <a:spcPts val="0"/>
              </a:spcAft>
              <a:buClr>
                <a:schemeClr val="dk1"/>
              </a:buClr>
              <a:buSzPts val="1000"/>
              <a:buFont typeface="Rubik"/>
              <a:buChar char="○"/>
              <a:defRPr sz="1000">
                <a:solidFill>
                  <a:schemeClr val="dk1"/>
                </a:solidFill>
              </a:defRPr>
            </a:lvl5pPr>
            <a:lvl6pPr marL="2743200" lvl="5" indent="-292100">
              <a:spcBef>
                <a:spcPts val="0"/>
              </a:spcBef>
              <a:spcAft>
                <a:spcPts val="0"/>
              </a:spcAft>
              <a:buClr>
                <a:schemeClr val="dk1"/>
              </a:buClr>
              <a:buSzPts val="1000"/>
              <a:buFont typeface="Rubik"/>
              <a:buChar char="■"/>
              <a:defRPr sz="1000">
                <a:solidFill>
                  <a:schemeClr val="dk1"/>
                </a:solidFill>
              </a:defRPr>
            </a:lvl6pPr>
            <a:lvl7pPr marL="3200400" lvl="6" indent="-292100">
              <a:spcBef>
                <a:spcPts val="0"/>
              </a:spcBef>
              <a:spcAft>
                <a:spcPts val="0"/>
              </a:spcAft>
              <a:buClr>
                <a:schemeClr val="dk1"/>
              </a:buClr>
              <a:buSzPts val="1000"/>
              <a:buFont typeface="Rubik"/>
              <a:buChar char="●"/>
              <a:defRPr>
                <a:solidFill>
                  <a:schemeClr val="dk1"/>
                </a:solidFill>
              </a:defRPr>
            </a:lvl7pPr>
            <a:lvl8pPr marL="3657600" lvl="7" indent="-292100">
              <a:spcBef>
                <a:spcPts val="0"/>
              </a:spcBef>
              <a:spcAft>
                <a:spcPts val="0"/>
              </a:spcAft>
              <a:buClr>
                <a:schemeClr val="dk1"/>
              </a:buClr>
              <a:buSzPts val="1000"/>
              <a:buFont typeface="Rubik"/>
              <a:buChar char="○"/>
              <a:defRPr sz="1000">
                <a:solidFill>
                  <a:schemeClr val="dk1"/>
                </a:solidFill>
              </a:defRPr>
            </a:lvl8pPr>
            <a:lvl9pPr marL="4114800" lvl="8" indent="-292100">
              <a:spcBef>
                <a:spcPts val="0"/>
              </a:spcBef>
              <a:spcAft>
                <a:spcPts val="0"/>
              </a:spcAft>
              <a:buClr>
                <a:schemeClr val="dk1"/>
              </a:buClr>
              <a:buSzPts val="1000"/>
              <a:buFont typeface="Rubik"/>
              <a:buChar char="■"/>
              <a:defRPr sz="1000">
                <a:solidFill>
                  <a:schemeClr val="dk1"/>
                </a:solidFill>
              </a:defRPr>
            </a:lvl9pPr>
          </a:lstStyle>
          <a:p>
            <a:endParaRPr/>
          </a:p>
        </p:txBody>
      </p:sp>
      <p:sp>
        <p:nvSpPr>
          <p:cNvPr id="123" name="Google Shape;123;p14"/>
          <p:cNvSpPr txBox="1">
            <a:spLocks noGrp="1"/>
          </p:cNvSpPr>
          <p:nvPr>
            <p:ph type="body" idx="14"/>
          </p:nvPr>
        </p:nvSpPr>
        <p:spPr>
          <a:xfrm>
            <a:off x="151350" y="3224138"/>
            <a:ext cx="2622900" cy="1099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1"/>
              </a:buClr>
              <a:buSzPts val="1000"/>
              <a:buFont typeface="Rubik"/>
              <a:buChar char="●"/>
              <a:defRPr sz="1000">
                <a:solidFill>
                  <a:schemeClr val="dk1"/>
                </a:solidFill>
              </a:defRPr>
            </a:lvl1pPr>
            <a:lvl2pPr marL="914400" lvl="1" indent="-292100">
              <a:spcBef>
                <a:spcPts val="0"/>
              </a:spcBef>
              <a:spcAft>
                <a:spcPts val="0"/>
              </a:spcAft>
              <a:buClr>
                <a:schemeClr val="dk1"/>
              </a:buClr>
              <a:buSzPts val="1000"/>
              <a:buFont typeface="Rubik"/>
              <a:buChar char="○"/>
              <a:defRPr sz="1000">
                <a:solidFill>
                  <a:schemeClr val="dk1"/>
                </a:solidFill>
              </a:defRPr>
            </a:lvl2pPr>
            <a:lvl3pPr marL="1371600" lvl="2" indent="-292100">
              <a:spcBef>
                <a:spcPts val="0"/>
              </a:spcBef>
              <a:spcAft>
                <a:spcPts val="0"/>
              </a:spcAft>
              <a:buClr>
                <a:schemeClr val="dk1"/>
              </a:buClr>
              <a:buSzPts val="1000"/>
              <a:buFont typeface="Rubik"/>
              <a:buChar char="■"/>
              <a:defRPr sz="1000">
                <a:solidFill>
                  <a:schemeClr val="dk1"/>
                </a:solidFill>
              </a:defRPr>
            </a:lvl3pPr>
            <a:lvl4pPr marL="1828800" lvl="3" indent="-292100">
              <a:spcBef>
                <a:spcPts val="0"/>
              </a:spcBef>
              <a:spcAft>
                <a:spcPts val="0"/>
              </a:spcAft>
              <a:buSzPts val="1000"/>
              <a:buFont typeface="Rubik"/>
              <a:buChar char="●"/>
              <a:defRPr sz="1000"/>
            </a:lvl4pPr>
            <a:lvl5pPr marL="2286000" lvl="4" indent="-292100">
              <a:spcBef>
                <a:spcPts val="0"/>
              </a:spcBef>
              <a:spcAft>
                <a:spcPts val="0"/>
              </a:spcAft>
              <a:buClr>
                <a:schemeClr val="dk1"/>
              </a:buClr>
              <a:buSzPts val="1000"/>
              <a:buFont typeface="Rubik"/>
              <a:buChar char="○"/>
              <a:defRPr sz="1000">
                <a:solidFill>
                  <a:schemeClr val="dk1"/>
                </a:solidFill>
              </a:defRPr>
            </a:lvl5pPr>
            <a:lvl6pPr marL="2743200" lvl="5" indent="-292100">
              <a:spcBef>
                <a:spcPts val="0"/>
              </a:spcBef>
              <a:spcAft>
                <a:spcPts val="0"/>
              </a:spcAft>
              <a:buClr>
                <a:schemeClr val="dk1"/>
              </a:buClr>
              <a:buSzPts val="1000"/>
              <a:buFont typeface="Rubik"/>
              <a:buChar char="■"/>
              <a:defRPr sz="1000">
                <a:solidFill>
                  <a:schemeClr val="dk1"/>
                </a:solidFill>
              </a:defRPr>
            </a:lvl6pPr>
            <a:lvl7pPr marL="3200400" lvl="6" indent="-292100">
              <a:spcBef>
                <a:spcPts val="0"/>
              </a:spcBef>
              <a:spcAft>
                <a:spcPts val="0"/>
              </a:spcAft>
              <a:buClr>
                <a:schemeClr val="dk1"/>
              </a:buClr>
              <a:buSzPts val="1000"/>
              <a:buFont typeface="Rubik"/>
              <a:buChar char="●"/>
              <a:defRPr>
                <a:solidFill>
                  <a:schemeClr val="dk1"/>
                </a:solidFill>
              </a:defRPr>
            </a:lvl7pPr>
            <a:lvl8pPr marL="3657600" lvl="7" indent="-292100">
              <a:spcBef>
                <a:spcPts val="0"/>
              </a:spcBef>
              <a:spcAft>
                <a:spcPts val="0"/>
              </a:spcAft>
              <a:buClr>
                <a:schemeClr val="dk1"/>
              </a:buClr>
              <a:buSzPts val="1000"/>
              <a:buFont typeface="Rubik"/>
              <a:buChar char="○"/>
              <a:defRPr sz="1000">
                <a:solidFill>
                  <a:schemeClr val="dk1"/>
                </a:solidFill>
              </a:defRPr>
            </a:lvl8pPr>
            <a:lvl9pPr marL="4114800" lvl="8" indent="-292100">
              <a:spcBef>
                <a:spcPts val="0"/>
              </a:spcBef>
              <a:spcAft>
                <a:spcPts val="0"/>
              </a:spcAft>
              <a:buClr>
                <a:schemeClr val="dk1"/>
              </a:buClr>
              <a:buSzPts val="1000"/>
              <a:buFont typeface="Rubik"/>
              <a:buChar char="■"/>
              <a:defRPr sz="1000">
                <a:solidFill>
                  <a:schemeClr val="dk1"/>
                </a:solidFill>
              </a:defRPr>
            </a:lvl9pPr>
          </a:lstStyle>
          <a:p>
            <a:endParaRPr/>
          </a:p>
        </p:txBody>
      </p:sp>
      <p:sp>
        <p:nvSpPr>
          <p:cNvPr id="124" name="Google Shape;124;p14"/>
          <p:cNvSpPr txBox="1">
            <a:spLocks noGrp="1"/>
          </p:cNvSpPr>
          <p:nvPr>
            <p:ph type="body" idx="15"/>
          </p:nvPr>
        </p:nvSpPr>
        <p:spPr>
          <a:xfrm>
            <a:off x="6037125" y="3224137"/>
            <a:ext cx="2622900" cy="1099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1"/>
              </a:buClr>
              <a:buSzPts val="1000"/>
              <a:buFont typeface="Rubik"/>
              <a:buChar char="●"/>
              <a:defRPr sz="1000">
                <a:solidFill>
                  <a:schemeClr val="dk1"/>
                </a:solidFill>
              </a:defRPr>
            </a:lvl1pPr>
            <a:lvl2pPr marL="914400" lvl="1" indent="-292100">
              <a:spcBef>
                <a:spcPts val="0"/>
              </a:spcBef>
              <a:spcAft>
                <a:spcPts val="0"/>
              </a:spcAft>
              <a:buClr>
                <a:schemeClr val="dk1"/>
              </a:buClr>
              <a:buSzPts val="1000"/>
              <a:buFont typeface="Rubik"/>
              <a:buChar char="○"/>
              <a:defRPr sz="1000">
                <a:solidFill>
                  <a:schemeClr val="dk1"/>
                </a:solidFill>
              </a:defRPr>
            </a:lvl2pPr>
            <a:lvl3pPr marL="1371600" lvl="2" indent="-292100">
              <a:spcBef>
                <a:spcPts val="0"/>
              </a:spcBef>
              <a:spcAft>
                <a:spcPts val="0"/>
              </a:spcAft>
              <a:buClr>
                <a:schemeClr val="dk1"/>
              </a:buClr>
              <a:buSzPts val="1000"/>
              <a:buFont typeface="Rubik"/>
              <a:buChar char="■"/>
              <a:defRPr sz="1000">
                <a:solidFill>
                  <a:schemeClr val="dk1"/>
                </a:solidFill>
              </a:defRPr>
            </a:lvl3pPr>
            <a:lvl4pPr marL="1828800" lvl="3" indent="-292100">
              <a:spcBef>
                <a:spcPts val="0"/>
              </a:spcBef>
              <a:spcAft>
                <a:spcPts val="0"/>
              </a:spcAft>
              <a:buSzPts val="1000"/>
              <a:buFont typeface="Rubik"/>
              <a:buChar char="●"/>
              <a:defRPr sz="1000"/>
            </a:lvl4pPr>
            <a:lvl5pPr marL="2286000" lvl="4" indent="-292100">
              <a:spcBef>
                <a:spcPts val="0"/>
              </a:spcBef>
              <a:spcAft>
                <a:spcPts val="0"/>
              </a:spcAft>
              <a:buClr>
                <a:schemeClr val="dk1"/>
              </a:buClr>
              <a:buSzPts val="1000"/>
              <a:buFont typeface="Rubik"/>
              <a:buChar char="○"/>
              <a:defRPr sz="1000">
                <a:solidFill>
                  <a:schemeClr val="dk1"/>
                </a:solidFill>
              </a:defRPr>
            </a:lvl5pPr>
            <a:lvl6pPr marL="2743200" lvl="5" indent="-292100">
              <a:spcBef>
                <a:spcPts val="0"/>
              </a:spcBef>
              <a:spcAft>
                <a:spcPts val="0"/>
              </a:spcAft>
              <a:buClr>
                <a:schemeClr val="dk1"/>
              </a:buClr>
              <a:buSzPts val="1000"/>
              <a:buFont typeface="Rubik"/>
              <a:buChar char="■"/>
              <a:defRPr sz="1000">
                <a:solidFill>
                  <a:schemeClr val="dk1"/>
                </a:solidFill>
              </a:defRPr>
            </a:lvl6pPr>
            <a:lvl7pPr marL="3200400" lvl="6" indent="-292100">
              <a:spcBef>
                <a:spcPts val="0"/>
              </a:spcBef>
              <a:spcAft>
                <a:spcPts val="0"/>
              </a:spcAft>
              <a:buClr>
                <a:schemeClr val="dk1"/>
              </a:buClr>
              <a:buSzPts val="1000"/>
              <a:buFont typeface="Rubik"/>
              <a:buChar char="●"/>
              <a:defRPr>
                <a:solidFill>
                  <a:schemeClr val="dk1"/>
                </a:solidFill>
              </a:defRPr>
            </a:lvl7pPr>
            <a:lvl8pPr marL="3657600" lvl="7" indent="-292100">
              <a:spcBef>
                <a:spcPts val="0"/>
              </a:spcBef>
              <a:spcAft>
                <a:spcPts val="0"/>
              </a:spcAft>
              <a:buClr>
                <a:schemeClr val="dk1"/>
              </a:buClr>
              <a:buSzPts val="1000"/>
              <a:buFont typeface="Rubik"/>
              <a:buChar char="○"/>
              <a:defRPr sz="1000">
                <a:solidFill>
                  <a:schemeClr val="dk1"/>
                </a:solidFill>
              </a:defRPr>
            </a:lvl8pPr>
            <a:lvl9pPr marL="4114800" lvl="8" indent="-292100">
              <a:spcBef>
                <a:spcPts val="0"/>
              </a:spcBef>
              <a:spcAft>
                <a:spcPts val="0"/>
              </a:spcAft>
              <a:buClr>
                <a:schemeClr val="dk1"/>
              </a:buClr>
              <a:buSzPts val="1000"/>
              <a:buFont typeface="Rubik"/>
              <a:buChar char="■"/>
              <a:defRPr sz="1000">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tats + Data">
  <p:cSld name="TITLE_17">
    <p:bg>
      <p:bgPr>
        <a:solidFill>
          <a:schemeClr val="accent5"/>
        </a:solidFill>
        <a:effectLst/>
      </p:bgPr>
    </p:bg>
    <p:spTree>
      <p:nvGrpSpPr>
        <p:cNvPr id="1" name="Shape 125"/>
        <p:cNvGrpSpPr/>
        <p:nvPr/>
      </p:nvGrpSpPr>
      <p:grpSpPr>
        <a:xfrm>
          <a:off x="0" y="0"/>
          <a:ext cx="0" cy="0"/>
          <a:chOff x="0" y="0"/>
          <a:chExt cx="0" cy="0"/>
        </a:xfrm>
      </p:grpSpPr>
      <p:sp>
        <p:nvSpPr>
          <p:cNvPr id="126" name="Google Shape;126;p15"/>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15"/>
          <p:cNvSpPr txBox="1">
            <a:spLocks noGrp="1"/>
          </p:cNvSpPr>
          <p:nvPr>
            <p:ph type="sldNum" idx="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8" name="Google Shape;128;p15"/>
          <p:cNvSpPr txBox="1">
            <a:spLocks noGrp="1"/>
          </p:cNvSpPr>
          <p:nvPr>
            <p:ph type="sldNum" idx="3"/>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9" name="Google Shape;129;p15"/>
          <p:cNvSpPr txBox="1">
            <a:spLocks noGrp="1"/>
          </p:cNvSpPr>
          <p:nvPr>
            <p:ph type="body" idx="1"/>
          </p:nvPr>
        </p:nvSpPr>
        <p:spPr>
          <a:xfrm>
            <a:off x="4902050" y="100350"/>
            <a:ext cx="3983100" cy="1498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130" name="Google Shape;130;p15"/>
          <p:cNvSpPr txBox="1">
            <a:spLocks noGrp="1"/>
          </p:cNvSpPr>
          <p:nvPr>
            <p:ph type="title"/>
          </p:nvPr>
        </p:nvSpPr>
        <p:spPr>
          <a:xfrm>
            <a:off x="143500" y="24125"/>
            <a:ext cx="4401600" cy="15750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131" name="Google Shape;131;p15"/>
          <p:cNvSpPr txBox="1">
            <a:spLocks noGrp="1"/>
          </p:cNvSpPr>
          <p:nvPr>
            <p:ph type="body" idx="4"/>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32" name="Google Shape;132;p15"/>
          <p:cNvSpPr txBox="1">
            <a:spLocks noGrp="1"/>
          </p:cNvSpPr>
          <p:nvPr>
            <p:ph type="body" idx="5"/>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 Column Text and Image">
  <p:cSld name="TITLE_12">
    <p:bg>
      <p:bgPr>
        <a:solidFill>
          <a:schemeClr val="accent4"/>
        </a:solidFill>
        <a:effectLst/>
      </p:bgPr>
    </p:bg>
    <p:spTree>
      <p:nvGrpSpPr>
        <p:cNvPr id="1" name="Shape 133"/>
        <p:cNvGrpSpPr/>
        <p:nvPr/>
      </p:nvGrpSpPr>
      <p:grpSpPr>
        <a:xfrm>
          <a:off x="0" y="0"/>
          <a:ext cx="0" cy="0"/>
          <a:chOff x="0" y="0"/>
          <a:chExt cx="0" cy="0"/>
        </a:xfrm>
      </p:grpSpPr>
      <p:sp>
        <p:nvSpPr>
          <p:cNvPr id="134" name="Google Shape;134;p16"/>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16"/>
          <p:cNvSpPr/>
          <p:nvPr/>
        </p:nvSpPr>
        <p:spPr>
          <a:xfrm>
            <a:off x="4344400" y="201700"/>
            <a:ext cx="308700" cy="4493400"/>
          </a:xfrm>
          <a:prstGeom prst="leftBracket">
            <a:avLst>
              <a:gd name="adj" fmla="val 8333"/>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6" name="Google Shape;136;p16"/>
          <p:cNvSpPr/>
          <p:nvPr/>
        </p:nvSpPr>
        <p:spPr>
          <a:xfrm rot="10800000">
            <a:off x="8668950" y="201875"/>
            <a:ext cx="308700" cy="4493400"/>
          </a:xfrm>
          <a:prstGeom prst="leftBracket">
            <a:avLst>
              <a:gd name="adj" fmla="val 8333"/>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7" name="Google Shape;137;p16"/>
          <p:cNvSpPr>
            <a:spLocks noGrp="1"/>
          </p:cNvSpPr>
          <p:nvPr>
            <p:ph type="pic" idx="2"/>
          </p:nvPr>
        </p:nvSpPr>
        <p:spPr>
          <a:xfrm>
            <a:off x="6630925" y="2545050"/>
            <a:ext cx="2162700" cy="2162700"/>
          </a:xfrm>
          <a:prstGeom prst="ellipse">
            <a:avLst/>
          </a:prstGeom>
          <a:noFill/>
          <a:ln w="28575" cap="flat" cmpd="sng">
            <a:solidFill>
              <a:schemeClr val="dk2"/>
            </a:solidFill>
            <a:prstDash val="solid"/>
            <a:round/>
            <a:headEnd type="none" w="sm" len="sm"/>
            <a:tailEnd type="none" w="sm" len="sm"/>
          </a:ln>
        </p:spPr>
      </p:sp>
      <p:sp>
        <p:nvSpPr>
          <p:cNvPr id="138" name="Google Shape;138;p16"/>
          <p:cNvSpPr>
            <a:spLocks noGrp="1"/>
          </p:cNvSpPr>
          <p:nvPr>
            <p:ph type="pic" idx="3"/>
          </p:nvPr>
        </p:nvSpPr>
        <p:spPr>
          <a:xfrm>
            <a:off x="6630925" y="189200"/>
            <a:ext cx="2162700" cy="2162700"/>
          </a:xfrm>
          <a:prstGeom prst="ellipse">
            <a:avLst/>
          </a:prstGeom>
          <a:noFill/>
          <a:ln w="28575" cap="flat" cmpd="sng">
            <a:solidFill>
              <a:schemeClr val="dk2"/>
            </a:solidFill>
            <a:prstDash val="solid"/>
            <a:round/>
            <a:headEnd type="none" w="sm" len="sm"/>
            <a:tailEnd type="none" w="sm" len="sm"/>
          </a:ln>
        </p:spPr>
      </p:sp>
      <p:sp>
        <p:nvSpPr>
          <p:cNvPr id="139" name="Google Shape;139;p16"/>
          <p:cNvSpPr txBox="1">
            <a:spLocks noGrp="1"/>
          </p:cNvSpPr>
          <p:nvPr>
            <p:ph type="body" idx="1"/>
          </p:nvPr>
        </p:nvSpPr>
        <p:spPr>
          <a:xfrm>
            <a:off x="151279" y="2410856"/>
            <a:ext cx="3847500" cy="224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40" name="Google Shape;140;p16"/>
          <p:cNvSpPr txBox="1">
            <a:spLocks noGrp="1"/>
          </p:cNvSpPr>
          <p:nvPr>
            <p:ph type="title"/>
          </p:nvPr>
        </p:nvSpPr>
        <p:spPr>
          <a:xfrm>
            <a:off x="151279" y="118210"/>
            <a:ext cx="3706200" cy="2104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141" name="Google Shape;141;p16"/>
          <p:cNvSpPr txBox="1">
            <a:spLocks noGrp="1"/>
          </p:cNvSpPr>
          <p:nvPr>
            <p:ph type="body" idx="4"/>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42" name="Google Shape;142;p16"/>
          <p:cNvSpPr txBox="1">
            <a:spLocks noGrp="1"/>
          </p:cNvSpPr>
          <p:nvPr>
            <p:ph type="body" idx="5"/>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Canvas">
  <p:cSld name="CUSTOM_3">
    <p:bg>
      <p:bgPr>
        <a:solidFill>
          <a:schemeClr val="accent3"/>
        </a:solidFill>
        <a:effectLst/>
      </p:bgPr>
    </p:bg>
    <p:spTree>
      <p:nvGrpSpPr>
        <p:cNvPr id="1" name="Shape 143"/>
        <p:cNvGrpSpPr/>
        <p:nvPr/>
      </p:nvGrpSpPr>
      <p:grpSpPr>
        <a:xfrm>
          <a:off x="0" y="0"/>
          <a:ext cx="0" cy="0"/>
          <a:chOff x="0" y="0"/>
          <a:chExt cx="0" cy="0"/>
        </a:xfrm>
      </p:grpSpPr>
      <p:sp>
        <p:nvSpPr>
          <p:cNvPr id="144" name="Google Shape;144;p17"/>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5" name="Google Shape;145;p17"/>
          <p:cNvSpPr txBox="1">
            <a:spLocks noGrp="1"/>
          </p:cNvSpPr>
          <p:nvPr>
            <p:ph type="sldNum" idx="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17"/>
          <p:cNvSpPr txBox="1">
            <a:spLocks noGrp="1"/>
          </p:cNvSpPr>
          <p:nvPr>
            <p:ph type="sldNum" idx="3"/>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47" name="Google Shape;147;p17"/>
          <p:cNvSpPr txBox="1">
            <a:spLocks noGrp="1"/>
          </p:cNvSpPr>
          <p:nvPr>
            <p:ph type="sldNum" idx="4"/>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48" name="Google Shape;148;p17"/>
          <p:cNvSpPr txBox="1">
            <a:spLocks noGrp="1"/>
          </p:cNvSpPr>
          <p:nvPr>
            <p:ph type="title"/>
          </p:nvPr>
        </p:nvSpPr>
        <p:spPr>
          <a:xfrm>
            <a:off x="141290" y="4799"/>
            <a:ext cx="8413500" cy="12348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7"/>
          <p:cNvSpPr txBox="1">
            <a:spLocks noGrp="1"/>
          </p:cNvSpPr>
          <p:nvPr>
            <p:ph type="body" idx="1"/>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50" name="Google Shape;150;p17"/>
          <p:cNvSpPr txBox="1">
            <a:spLocks noGrp="1"/>
          </p:cNvSpPr>
          <p:nvPr>
            <p:ph type="body" idx="5"/>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iorities">
  <p:cSld name="CUSTOM">
    <p:spTree>
      <p:nvGrpSpPr>
        <p:cNvPr id="1" name="Shape 151"/>
        <p:cNvGrpSpPr/>
        <p:nvPr/>
      </p:nvGrpSpPr>
      <p:grpSpPr>
        <a:xfrm>
          <a:off x="0" y="0"/>
          <a:ext cx="0" cy="0"/>
          <a:chOff x="0" y="0"/>
          <a:chExt cx="0" cy="0"/>
        </a:xfrm>
      </p:grpSpPr>
      <p:sp>
        <p:nvSpPr>
          <p:cNvPr id="152" name="Google Shape;152;p18"/>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18"/>
          <p:cNvSpPr txBox="1">
            <a:spLocks noGrp="1"/>
          </p:cNvSpPr>
          <p:nvPr>
            <p:ph type="body" idx="1"/>
          </p:nvPr>
        </p:nvSpPr>
        <p:spPr>
          <a:xfrm>
            <a:off x="164575" y="2698075"/>
            <a:ext cx="4835700" cy="1877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1"/>
              </a:buClr>
              <a:buSzPts val="1000"/>
              <a:buChar char="●"/>
              <a:defRPr sz="1000">
                <a:solidFill>
                  <a:schemeClr val="dk1"/>
                </a:solidFill>
              </a:defRPr>
            </a:lvl1pPr>
            <a:lvl2pPr marL="914400" lvl="1" indent="-292100">
              <a:spcBef>
                <a:spcPts val="0"/>
              </a:spcBef>
              <a:spcAft>
                <a:spcPts val="0"/>
              </a:spcAft>
              <a:buClr>
                <a:schemeClr val="dk1"/>
              </a:buClr>
              <a:buSzPts val="1000"/>
              <a:buChar char="○"/>
              <a:defRPr sz="1000">
                <a:solidFill>
                  <a:schemeClr val="dk1"/>
                </a:solidFill>
              </a:defRPr>
            </a:lvl2pPr>
            <a:lvl3pPr marL="1371600" lvl="2" indent="-292100">
              <a:spcBef>
                <a:spcPts val="0"/>
              </a:spcBef>
              <a:spcAft>
                <a:spcPts val="0"/>
              </a:spcAft>
              <a:buClr>
                <a:schemeClr val="dk1"/>
              </a:buClr>
              <a:buSzPts val="1000"/>
              <a:buChar char="■"/>
              <a:defRPr sz="1000">
                <a:solidFill>
                  <a:schemeClr val="dk1"/>
                </a:solidFill>
              </a:defRPr>
            </a:lvl3pPr>
            <a:lvl4pPr marL="1828800" lvl="3" indent="-292100">
              <a:spcBef>
                <a:spcPts val="0"/>
              </a:spcBef>
              <a:spcAft>
                <a:spcPts val="0"/>
              </a:spcAft>
              <a:buClr>
                <a:schemeClr val="dk1"/>
              </a:buClr>
              <a:buSzPts val="1000"/>
              <a:buChar char="●"/>
              <a:defRPr sz="1000">
                <a:solidFill>
                  <a:schemeClr val="dk1"/>
                </a:solidFill>
              </a:defRPr>
            </a:lvl4pPr>
            <a:lvl5pPr marL="2286000" lvl="4" indent="-292100">
              <a:spcBef>
                <a:spcPts val="0"/>
              </a:spcBef>
              <a:spcAft>
                <a:spcPts val="0"/>
              </a:spcAft>
              <a:buSzPts val="1000"/>
              <a:buChar char="○"/>
              <a:defRPr sz="1000"/>
            </a:lvl5pPr>
            <a:lvl6pPr marL="2743200" lvl="5" indent="-292100">
              <a:spcBef>
                <a:spcPts val="0"/>
              </a:spcBef>
              <a:spcAft>
                <a:spcPts val="0"/>
              </a:spcAft>
              <a:buClr>
                <a:schemeClr val="dk1"/>
              </a:buClr>
              <a:buSzPts val="1000"/>
              <a:buChar char="■"/>
              <a:defRPr sz="1000">
                <a:solidFill>
                  <a:schemeClr val="dk1"/>
                </a:solidFill>
              </a:defRPr>
            </a:lvl6pPr>
            <a:lvl7pPr marL="3200400" lvl="6" indent="-292100">
              <a:spcBef>
                <a:spcPts val="0"/>
              </a:spcBef>
              <a:spcAft>
                <a:spcPts val="0"/>
              </a:spcAft>
              <a:buClr>
                <a:schemeClr val="dk1"/>
              </a:buClr>
              <a:buSzPts val="1000"/>
              <a:buChar char="●"/>
              <a:defRPr>
                <a:solidFill>
                  <a:schemeClr val="dk1"/>
                </a:solidFill>
              </a:defRPr>
            </a:lvl7pPr>
            <a:lvl8pPr marL="3657600" lvl="7" indent="-292100">
              <a:spcBef>
                <a:spcPts val="0"/>
              </a:spcBef>
              <a:spcAft>
                <a:spcPts val="0"/>
              </a:spcAft>
              <a:buClr>
                <a:schemeClr val="dk1"/>
              </a:buClr>
              <a:buSzPts val="1000"/>
              <a:buChar char="○"/>
              <a:defRPr sz="1000">
                <a:solidFill>
                  <a:schemeClr val="dk1"/>
                </a:solidFill>
              </a:defRPr>
            </a:lvl8pPr>
            <a:lvl9pPr marL="4114800" lvl="8" indent="-292100">
              <a:spcBef>
                <a:spcPts val="0"/>
              </a:spcBef>
              <a:spcAft>
                <a:spcPts val="0"/>
              </a:spcAft>
              <a:buClr>
                <a:schemeClr val="dk1"/>
              </a:buClr>
              <a:buSzPts val="1000"/>
              <a:buChar char="■"/>
              <a:defRPr sz="1000">
                <a:solidFill>
                  <a:schemeClr val="dk1"/>
                </a:solidFill>
              </a:defRPr>
            </a:lvl9pPr>
          </a:lstStyle>
          <a:p>
            <a:endParaRPr/>
          </a:p>
        </p:txBody>
      </p:sp>
      <p:sp>
        <p:nvSpPr>
          <p:cNvPr id="154" name="Google Shape;154;p18"/>
          <p:cNvSpPr txBox="1">
            <a:spLocks noGrp="1"/>
          </p:cNvSpPr>
          <p:nvPr>
            <p:ph type="title"/>
          </p:nvPr>
        </p:nvSpPr>
        <p:spPr>
          <a:xfrm>
            <a:off x="150450" y="107341"/>
            <a:ext cx="4849800" cy="1945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55" name="Google Shape;155;p18"/>
          <p:cNvSpPr txBox="1">
            <a:spLocks noGrp="1"/>
          </p:cNvSpPr>
          <p:nvPr>
            <p:ph type="body" idx="2"/>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156" name="Google Shape;156;p18"/>
          <p:cNvSpPr txBox="1">
            <a:spLocks noGrp="1"/>
          </p:cNvSpPr>
          <p:nvPr>
            <p:ph type="body" idx="3"/>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157"/>
        <p:cNvGrpSpPr/>
        <p:nvPr/>
      </p:nvGrpSpPr>
      <p:grpSpPr>
        <a:xfrm>
          <a:off x="0" y="0"/>
          <a:ext cx="0" cy="0"/>
          <a:chOff x="0" y="0"/>
          <a:chExt cx="0" cy="0"/>
        </a:xfrm>
      </p:grpSpPr>
      <p:sp>
        <p:nvSpPr>
          <p:cNvPr id="158" name="Google Shape;158;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9" name="Google Shape;159;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60" name="Google Shape;16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161"/>
        <p:cNvGrpSpPr/>
        <p:nvPr/>
      </p:nvGrpSpPr>
      <p:grpSpPr>
        <a:xfrm>
          <a:off x="0" y="0"/>
          <a:ext cx="0" cy="0"/>
          <a:chOff x="0" y="0"/>
          <a:chExt cx="0" cy="0"/>
        </a:xfrm>
      </p:grpSpPr>
      <p:sp>
        <p:nvSpPr>
          <p:cNvPr id="162" name="Google Shape;16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164" name="Google Shape;16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2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8" name="Google Shape;168;p2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9" name="Google Shape;169;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173"/>
        <p:cNvGrpSpPr/>
        <p:nvPr/>
      </p:nvGrpSpPr>
      <p:grpSpPr>
        <a:xfrm>
          <a:off x="0" y="0"/>
          <a:ext cx="0" cy="0"/>
          <a:chOff x="0" y="0"/>
          <a:chExt cx="0" cy="0"/>
        </a:xfrm>
      </p:grpSpPr>
      <p:sp>
        <p:nvSpPr>
          <p:cNvPr id="174" name="Google Shape;174;p2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75" name="Google Shape;175;p2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76" name="Google Shape;17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177"/>
        <p:cNvGrpSpPr/>
        <p:nvPr/>
      </p:nvGrpSpPr>
      <p:grpSpPr>
        <a:xfrm>
          <a:off x="0" y="0"/>
          <a:ext cx="0" cy="0"/>
          <a:chOff x="0" y="0"/>
          <a:chExt cx="0" cy="0"/>
        </a:xfrm>
      </p:grpSpPr>
      <p:sp>
        <p:nvSpPr>
          <p:cNvPr id="178" name="Google Shape;178;p2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79" name="Google Shape;179;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180"/>
        <p:cNvGrpSpPr/>
        <p:nvPr/>
      </p:nvGrpSpPr>
      <p:grpSpPr>
        <a:xfrm>
          <a:off x="0" y="0"/>
          <a:ext cx="0" cy="0"/>
          <a:chOff x="0" y="0"/>
          <a:chExt cx="0" cy="0"/>
        </a:xfrm>
      </p:grpSpPr>
      <p:sp>
        <p:nvSpPr>
          <p:cNvPr id="181" name="Google Shape;181;p2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83" name="Google Shape;183;p2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184" name="Google Shape;184;p2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185" name="Google Shape;18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186"/>
        <p:cNvGrpSpPr/>
        <p:nvPr/>
      </p:nvGrpSpPr>
      <p:grpSpPr>
        <a:xfrm>
          <a:off x="0" y="0"/>
          <a:ext cx="0" cy="0"/>
          <a:chOff x="0" y="0"/>
          <a:chExt cx="0" cy="0"/>
        </a:xfrm>
      </p:grpSpPr>
      <p:sp>
        <p:nvSpPr>
          <p:cNvPr id="187" name="Google Shape;187;p26"/>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600"/>
              <a:buNone/>
              <a:defRPr/>
            </a:lvl1pPr>
          </a:lstStyle>
          <a:p>
            <a:endParaRPr/>
          </a:p>
        </p:txBody>
      </p:sp>
      <p:sp>
        <p:nvSpPr>
          <p:cNvPr id="188" name="Google Shape;18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189"/>
        <p:cNvGrpSpPr/>
        <p:nvPr/>
      </p:nvGrpSpPr>
      <p:grpSpPr>
        <a:xfrm>
          <a:off x="0" y="0"/>
          <a:ext cx="0" cy="0"/>
          <a:chOff x="0" y="0"/>
          <a:chExt cx="0" cy="0"/>
        </a:xfrm>
      </p:grpSpPr>
      <p:sp>
        <p:nvSpPr>
          <p:cNvPr id="190" name="Google Shape;190;p27"/>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91" name="Google Shape;191;p2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30200" algn="ctr">
              <a:spcBef>
                <a:spcPts val="0"/>
              </a:spcBef>
              <a:spcAft>
                <a:spcPts val="0"/>
              </a:spcAft>
              <a:buSzPts val="1600"/>
              <a:buChar char="●"/>
              <a:defRPr/>
            </a:lvl1pPr>
            <a:lvl2pPr marL="914400" lvl="1" indent="-323850" algn="ctr">
              <a:spcBef>
                <a:spcPts val="0"/>
              </a:spcBef>
              <a:spcAft>
                <a:spcPts val="0"/>
              </a:spcAft>
              <a:buSzPts val="1500"/>
              <a:buChar char="○"/>
              <a:defRPr/>
            </a:lvl2pPr>
            <a:lvl3pPr marL="1371600" lvl="2" indent="-317500" algn="ctr">
              <a:spcBef>
                <a:spcPts val="0"/>
              </a:spcBef>
              <a:spcAft>
                <a:spcPts val="0"/>
              </a:spcAft>
              <a:buSzPts val="1400"/>
              <a:buChar char="■"/>
              <a:defRPr/>
            </a:lvl3pPr>
            <a:lvl4pPr marL="1828800" lvl="3" indent="-311150" algn="ctr">
              <a:spcBef>
                <a:spcPts val="0"/>
              </a:spcBef>
              <a:spcAft>
                <a:spcPts val="0"/>
              </a:spcAft>
              <a:buSzPts val="1300"/>
              <a:buChar char="●"/>
              <a:defRPr/>
            </a:lvl4pPr>
            <a:lvl5pPr marL="2286000" lvl="4" indent="-304800" algn="ctr">
              <a:spcBef>
                <a:spcPts val="0"/>
              </a:spcBef>
              <a:spcAft>
                <a:spcPts val="0"/>
              </a:spcAft>
              <a:buSzPts val="1200"/>
              <a:buChar char="○"/>
              <a:defRPr/>
            </a:lvl5pPr>
            <a:lvl6pPr marL="2743200" lvl="5" indent="-298450" algn="ctr">
              <a:spcBef>
                <a:spcPts val="0"/>
              </a:spcBef>
              <a:spcAft>
                <a:spcPts val="0"/>
              </a:spcAft>
              <a:buSzPts val="1100"/>
              <a:buChar char="■"/>
              <a:defRPr/>
            </a:lvl6pPr>
            <a:lvl7pPr marL="3200400" lvl="6" indent="-292100" algn="ctr">
              <a:spcBef>
                <a:spcPts val="0"/>
              </a:spcBef>
              <a:spcAft>
                <a:spcPts val="0"/>
              </a:spcAft>
              <a:buSzPts val="1000"/>
              <a:buChar char="●"/>
              <a:defRPr/>
            </a:lvl7pPr>
            <a:lvl8pPr marL="3657600" lvl="7" indent="-285750" algn="ctr">
              <a:spcBef>
                <a:spcPts val="0"/>
              </a:spcBef>
              <a:spcAft>
                <a:spcPts val="0"/>
              </a:spcAft>
              <a:buSzPts val="900"/>
              <a:buChar char="○"/>
              <a:defRPr/>
            </a:lvl8pPr>
            <a:lvl9pPr marL="4114800" lvl="8" indent="-279400" algn="ctr">
              <a:spcBef>
                <a:spcPts val="0"/>
              </a:spcBef>
              <a:spcAft>
                <a:spcPts val="0"/>
              </a:spcAft>
              <a:buSzPts val="800"/>
              <a:buChar char="■"/>
              <a:defRPr/>
            </a:lvl9pPr>
          </a:lstStyle>
          <a:p>
            <a:endParaRPr/>
          </a:p>
        </p:txBody>
      </p:sp>
      <p:sp>
        <p:nvSpPr>
          <p:cNvPr id="192" name="Google Shape;192;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193"/>
        <p:cNvGrpSpPr/>
        <p:nvPr/>
      </p:nvGrpSpPr>
      <p:grpSpPr>
        <a:xfrm>
          <a:off x="0" y="0"/>
          <a:ext cx="0" cy="0"/>
          <a:chOff x="0" y="0"/>
          <a:chExt cx="0" cy="0"/>
        </a:xfrm>
      </p:grpSpPr>
      <p:sp>
        <p:nvSpPr>
          <p:cNvPr id="194" name="Google Shape;19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8" name="Google Shape;198;p29"/>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99" name="Google Shape;199;p29"/>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00" name="Google Shape;200;p29"/>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01" name="Google Shape;201;p29"/>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02" name="Google Shape;202;p29"/>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03" name="Google Shape;203;p29"/>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204"/>
        <p:cNvGrpSpPr/>
        <p:nvPr/>
      </p:nvGrpSpPr>
      <p:grpSpPr>
        <a:xfrm>
          <a:off x="0" y="0"/>
          <a:ext cx="0" cy="0"/>
          <a:chOff x="0" y="0"/>
          <a:chExt cx="0" cy="0"/>
        </a:xfrm>
      </p:grpSpPr>
      <p:sp>
        <p:nvSpPr>
          <p:cNvPr id="205" name="Google Shape;20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p30"/>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07" name="Google Shape;207;p30"/>
          <p:cNvSpPr>
            <a:spLocks noGrp="1"/>
          </p:cNvSpPr>
          <p:nvPr>
            <p:ph type="pic" idx="2"/>
          </p:nvPr>
        </p:nvSpPr>
        <p:spPr>
          <a:xfrm>
            <a:off x="4992024" y="1152775"/>
            <a:ext cx="3840300" cy="3416400"/>
          </a:xfrm>
          <a:prstGeom prst="rect">
            <a:avLst/>
          </a:prstGeom>
          <a:noFill/>
          <a:ln>
            <a:noFill/>
          </a:ln>
        </p:spPr>
      </p:sp>
      <p:sp>
        <p:nvSpPr>
          <p:cNvPr id="208" name="Google Shape;208;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209"/>
        <p:cNvGrpSpPr/>
        <p:nvPr/>
      </p:nvGrpSpPr>
      <p:grpSpPr>
        <a:xfrm>
          <a:off x="0" y="0"/>
          <a:ext cx="0" cy="0"/>
          <a:chOff x="0" y="0"/>
          <a:chExt cx="0" cy="0"/>
        </a:xfrm>
      </p:grpSpPr>
      <p:sp>
        <p:nvSpPr>
          <p:cNvPr id="210" name="Google Shape;210;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1" name="Google Shape;211;p31"/>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12" name="Google Shape;212;p31"/>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13" name="Google Shape;213;p31"/>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14" name="Google Shape;214;p31"/>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15" name="Google Shape;215;p31"/>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216"/>
        <p:cNvGrpSpPr/>
        <p:nvPr/>
      </p:nvGrpSpPr>
      <p:grpSpPr>
        <a:xfrm>
          <a:off x="0" y="0"/>
          <a:ext cx="0" cy="0"/>
          <a:chOff x="0" y="0"/>
          <a:chExt cx="0" cy="0"/>
        </a:xfrm>
      </p:grpSpPr>
      <p:sp>
        <p:nvSpPr>
          <p:cNvPr id="217" name="Google Shape;217;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8" name="Google Shape;218;p32"/>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19" name="Google Shape;219;p32"/>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20" name="Google Shape;220;p32"/>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21" name="Google Shape;221;p32"/>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22" name="Google Shape;222;p32"/>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23" name="Google Shape;223;p32"/>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24" name="Google Shape;224;p32"/>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225"/>
        <p:cNvGrpSpPr/>
        <p:nvPr/>
      </p:nvGrpSpPr>
      <p:grpSpPr>
        <a:xfrm>
          <a:off x="0" y="0"/>
          <a:ext cx="0" cy="0"/>
          <a:chOff x="0" y="0"/>
          <a:chExt cx="0" cy="0"/>
        </a:xfrm>
      </p:grpSpPr>
      <p:sp>
        <p:nvSpPr>
          <p:cNvPr id="226" name="Google Shape;226;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7" name="Google Shape;227;p33"/>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28" name="Google Shape;228;p33"/>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29" name="Google Shape;229;p33"/>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30" name="Google Shape;230;p33"/>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231" name="Google Shape;231;p33"/>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32" name="Google Shape;232;p33"/>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33" name="Google Shape;233;p33"/>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34" name="Google Shape;234;p33"/>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35" name="Google Shape;235;p33"/>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236"/>
        <p:cNvGrpSpPr/>
        <p:nvPr/>
      </p:nvGrpSpPr>
      <p:grpSpPr>
        <a:xfrm>
          <a:off x="0" y="0"/>
          <a:ext cx="0" cy="0"/>
          <a:chOff x="0" y="0"/>
          <a:chExt cx="0" cy="0"/>
        </a:xfrm>
      </p:grpSpPr>
      <p:sp>
        <p:nvSpPr>
          <p:cNvPr id="237" name="Google Shape;237;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39" name="Google Shape;239;p34"/>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240"/>
        <p:cNvGrpSpPr/>
        <p:nvPr/>
      </p:nvGrpSpPr>
      <p:grpSpPr>
        <a:xfrm>
          <a:off x="0" y="0"/>
          <a:ext cx="0" cy="0"/>
          <a:chOff x="0" y="0"/>
          <a:chExt cx="0" cy="0"/>
        </a:xfrm>
      </p:grpSpPr>
      <p:sp>
        <p:nvSpPr>
          <p:cNvPr id="241" name="Google Shape;241;p35"/>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2" name="Google Shape;242;p35"/>
          <p:cNvSpPr>
            <a:spLocks noGrp="1"/>
          </p:cNvSpPr>
          <p:nvPr>
            <p:ph type="pic" idx="2"/>
          </p:nvPr>
        </p:nvSpPr>
        <p:spPr>
          <a:xfrm>
            <a:off x="4804825" y="1133300"/>
            <a:ext cx="4027500" cy="2392800"/>
          </a:xfrm>
          <a:prstGeom prst="rect">
            <a:avLst/>
          </a:prstGeom>
          <a:noFill/>
          <a:ln>
            <a:noFill/>
          </a:ln>
        </p:spPr>
      </p:sp>
      <p:sp>
        <p:nvSpPr>
          <p:cNvPr id="243" name="Google Shape;243;p35"/>
          <p:cNvSpPr>
            <a:spLocks noGrp="1"/>
          </p:cNvSpPr>
          <p:nvPr>
            <p:ph type="pic" idx="3"/>
          </p:nvPr>
        </p:nvSpPr>
        <p:spPr>
          <a:xfrm>
            <a:off x="311725" y="1133300"/>
            <a:ext cx="4027500" cy="2392800"/>
          </a:xfrm>
          <a:prstGeom prst="rect">
            <a:avLst/>
          </a:prstGeom>
          <a:noFill/>
          <a:ln>
            <a:noFill/>
          </a:ln>
        </p:spPr>
      </p:sp>
      <p:sp>
        <p:nvSpPr>
          <p:cNvPr id="244" name="Google Shape;244;p35"/>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5" name="Google Shape;24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46" name="Google Shape;24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35"/>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48" name="Google Shape;248;p35"/>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249"/>
        <p:cNvGrpSpPr/>
        <p:nvPr/>
      </p:nvGrpSpPr>
      <p:grpSpPr>
        <a:xfrm>
          <a:off x="0" y="0"/>
          <a:ext cx="0" cy="0"/>
          <a:chOff x="0" y="0"/>
          <a:chExt cx="0" cy="0"/>
        </a:xfrm>
      </p:grpSpPr>
      <p:sp>
        <p:nvSpPr>
          <p:cNvPr id="250" name="Google Shape;250;p36"/>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1" name="Google Shape;251;p36"/>
          <p:cNvSpPr>
            <a:spLocks noGrp="1"/>
          </p:cNvSpPr>
          <p:nvPr>
            <p:ph type="pic" idx="2"/>
          </p:nvPr>
        </p:nvSpPr>
        <p:spPr>
          <a:xfrm>
            <a:off x="6205225" y="1128325"/>
            <a:ext cx="2627100" cy="2273100"/>
          </a:xfrm>
          <a:prstGeom prst="rect">
            <a:avLst/>
          </a:prstGeom>
          <a:noFill/>
          <a:ln>
            <a:noFill/>
          </a:ln>
        </p:spPr>
      </p:sp>
      <p:sp>
        <p:nvSpPr>
          <p:cNvPr id="252" name="Google Shape;252;p36"/>
          <p:cNvSpPr>
            <a:spLocks noGrp="1"/>
          </p:cNvSpPr>
          <p:nvPr>
            <p:ph type="pic" idx="3"/>
          </p:nvPr>
        </p:nvSpPr>
        <p:spPr>
          <a:xfrm>
            <a:off x="311725" y="1128325"/>
            <a:ext cx="2627100" cy="2273100"/>
          </a:xfrm>
          <a:prstGeom prst="rect">
            <a:avLst/>
          </a:prstGeom>
          <a:noFill/>
          <a:ln>
            <a:noFill/>
          </a:ln>
        </p:spPr>
      </p:sp>
      <p:sp>
        <p:nvSpPr>
          <p:cNvPr id="253" name="Google Shape;253;p36"/>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4" name="Google Shape;254;p36"/>
          <p:cNvSpPr>
            <a:spLocks noGrp="1"/>
          </p:cNvSpPr>
          <p:nvPr>
            <p:ph type="pic" idx="5"/>
          </p:nvPr>
        </p:nvSpPr>
        <p:spPr>
          <a:xfrm>
            <a:off x="3255250" y="1128325"/>
            <a:ext cx="2627100" cy="2273100"/>
          </a:xfrm>
          <a:prstGeom prst="rect">
            <a:avLst/>
          </a:prstGeom>
          <a:noFill/>
          <a:ln>
            <a:noFill/>
          </a:ln>
        </p:spPr>
      </p:sp>
      <p:sp>
        <p:nvSpPr>
          <p:cNvPr id="255" name="Google Shape;255;p36"/>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6" name="Google Shape;25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7" name="Google Shape;257;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8" name="Google Shape;258;p36"/>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59" name="Google Shape;259;p36"/>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60" name="Google Shape;260;p36"/>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261"/>
        <p:cNvGrpSpPr/>
        <p:nvPr/>
      </p:nvGrpSpPr>
      <p:grpSpPr>
        <a:xfrm>
          <a:off x="0" y="0"/>
          <a:ext cx="0" cy="0"/>
          <a:chOff x="0" y="0"/>
          <a:chExt cx="0" cy="0"/>
        </a:xfrm>
      </p:grpSpPr>
      <p:sp>
        <p:nvSpPr>
          <p:cNvPr id="262" name="Google Shape;262;p37"/>
          <p:cNvSpPr>
            <a:spLocks noGrp="1"/>
          </p:cNvSpPr>
          <p:nvPr>
            <p:ph type="pic" idx="2"/>
          </p:nvPr>
        </p:nvSpPr>
        <p:spPr>
          <a:xfrm>
            <a:off x="311700" y="445025"/>
            <a:ext cx="8520600" cy="4218300"/>
          </a:xfrm>
          <a:prstGeom prst="rect">
            <a:avLst/>
          </a:prstGeom>
          <a:noFill/>
          <a:ln>
            <a:noFill/>
          </a:ln>
        </p:spPr>
      </p:sp>
      <p:sp>
        <p:nvSpPr>
          <p:cNvPr id="263" name="Google Shape;26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264"/>
        <p:cNvGrpSpPr/>
        <p:nvPr/>
      </p:nvGrpSpPr>
      <p:grpSpPr>
        <a:xfrm>
          <a:off x="0" y="0"/>
          <a:ext cx="0" cy="0"/>
          <a:chOff x="0" y="0"/>
          <a:chExt cx="0" cy="0"/>
        </a:xfrm>
      </p:grpSpPr>
      <p:sp>
        <p:nvSpPr>
          <p:cNvPr id="265" name="Google Shape;265;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6" name="Google Shape;266;p38"/>
          <p:cNvSpPr>
            <a:spLocks noGrp="1"/>
          </p:cNvSpPr>
          <p:nvPr>
            <p:ph type="pic" idx="2"/>
          </p:nvPr>
        </p:nvSpPr>
        <p:spPr>
          <a:xfrm>
            <a:off x="3389600" y="118913"/>
            <a:ext cx="1643700" cy="1535100"/>
          </a:xfrm>
          <a:prstGeom prst="rect">
            <a:avLst/>
          </a:prstGeom>
          <a:noFill/>
          <a:ln>
            <a:noFill/>
          </a:ln>
        </p:spPr>
      </p:sp>
      <p:sp>
        <p:nvSpPr>
          <p:cNvPr id="267" name="Google Shape;267;p38"/>
          <p:cNvSpPr>
            <a:spLocks noGrp="1"/>
          </p:cNvSpPr>
          <p:nvPr>
            <p:ph type="pic" idx="3"/>
          </p:nvPr>
        </p:nvSpPr>
        <p:spPr>
          <a:xfrm>
            <a:off x="5195935" y="118913"/>
            <a:ext cx="1643700" cy="1535100"/>
          </a:xfrm>
          <a:prstGeom prst="rect">
            <a:avLst/>
          </a:prstGeom>
          <a:noFill/>
          <a:ln>
            <a:noFill/>
          </a:ln>
        </p:spPr>
      </p:sp>
      <p:sp>
        <p:nvSpPr>
          <p:cNvPr id="268" name="Google Shape;268;p38"/>
          <p:cNvSpPr>
            <a:spLocks noGrp="1"/>
          </p:cNvSpPr>
          <p:nvPr>
            <p:ph type="pic" idx="4"/>
          </p:nvPr>
        </p:nvSpPr>
        <p:spPr>
          <a:xfrm>
            <a:off x="7002270" y="118913"/>
            <a:ext cx="1643700" cy="1535100"/>
          </a:xfrm>
          <a:prstGeom prst="rect">
            <a:avLst/>
          </a:prstGeom>
          <a:noFill/>
          <a:ln>
            <a:noFill/>
          </a:ln>
        </p:spPr>
      </p:sp>
      <p:sp>
        <p:nvSpPr>
          <p:cNvPr id="269" name="Google Shape;269;p38"/>
          <p:cNvSpPr>
            <a:spLocks noGrp="1"/>
          </p:cNvSpPr>
          <p:nvPr>
            <p:ph type="pic" idx="5"/>
          </p:nvPr>
        </p:nvSpPr>
        <p:spPr>
          <a:xfrm>
            <a:off x="3389588" y="1804212"/>
            <a:ext cx="1643700" cy="1535100"/>
          </a:xfrm>
          <a:prstGeom prst="rect">
            <a:avLst/>
          </a:prstGeom>
          <a:noFill/>
          <a:ln>
            <a:noFill/>
          </a:ln>
        </p:spPr>
      </p:sp>
      <p:sp>
        <p:nvSpPr>
          <p:cNvPr id="270" name="Google Shape;270;p38"/>
          <p:cNvSpPr>
            <a:spLocks noGrp="1"/>
          </p:cNvSpPr>
          <p:nvPr>
            <p:ph type="pic" idx="6"/>
          </p:nvPr>
        </p:nvSpPr>
        <p:spPr>
          <a:xfrm>
            <a:off x="5195922" y="1804212"/>
            <a:ext cx="1643700" cy="1535100"/>
          </a:xfrm>
          <a:prstGeom prst="rect">
            <a:avLst/>
          </a:prstGeom>
          <a:noFill/>
          <a:ln>
            <a:noFill/>
          </a:ln>
        </p:spPr>
      </p:sp>
      <p:sp>
        <p:nvSpPr>
          <p:cNvPr id="271" name="Google Shape;271;p38"/>
          <p:cNvSpPr>
            <a:spLocks noGrp="1"/>
          </p:cNvSpPr>
          <p:nvPr>
            <p:ph type="pic" idx="7"/>
          </p:nvPr>
        </p:nvSpPr>
        <p:spPr>
          <a:xfrm>
            <a:off x="7002257" y="1804212"/>
            <a:ext cx="1643700" cy="1535100"/>
          </a:xfrm>
          <a:prstGeom prst="rect">
            <a:avLst/>
          </a:prstGeom>
          <a:noFill/>
          <a:ln>
            <a:noFill/>
          </a:ln>
        </p:spPr>
      </p:sp>
      <p:sp>
        <p:nvSpPr>
          <p:cNvPr id="272" name="Google Shape;272;p38"/>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3" name="Google Shape;273;p38"/>
          <p:cNvSpPr>
            <a:spLocks noGrp="1"/>
          </p:cNvSpPr>
          <p:nvPr>
            <p:ph type="pic" idx="8"/>
          </p:nvPr>
        </p:nvSpPr>
        <p:spPr>
          <a:xfrm>
            <a:off x="3389588" y="3489487"/>
            <a:ext cx="1643700" cy="1535100"/>
          </a:xfrm>
          <a:prstGeom prst="rect">
            <a:avLst/>
          </a:prstGeom>
          <a:noFill/>
          <a:ln>
            <a:noFill/>
          </a:ln>
        </p:spPr>
      </p:sp>
      <p:sp>
        <p:nvSpPr>
          <p:cNvPr id="274" name="Google Shape;274;p38"/>
          <p:cNvSpPr>
            <a:spLocks noGrp="1"/>
          </p:cNvSpPr>
          <p:nvPr>
            <p:ph type="pic" idx="9"/>
          </p:nvPr>
        </p:nvSpPr>
        <p:spPr>
          <a:xfrm>
            <a:off x="5195922" y="3489487"/>
            <a:ext cx="1643700" cy="1535100"/>
          </a:xfrm>
          <a:prstGeom prst="rect">
            <a:avLst/>
          </a:prstGeom>
          <a:noFill/>
          <a:ln>
            <a:noFill/>
          </a:ln>
        </p:spPr>
      </p:sp>
      <p:sp>
        <p:nvSpPr>
          <p:cNvPr id="275" name="Google Shape;275;p38"/>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668550" y="4845125"/>
            <a:ext cx="309600" cy="157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r" rtl="0">
              <a:buNone/>
              <a:defRPr sz="800">
                <a:solidFill>
                  <a:schemeClr val="dk1"/>
                </a:solidFill>
                <a:latin typeface="Roboto Serif"/>
                <a:ea typeface="Roboto Serif"/>
                <a:cs typeface="Roboto Serif"/>
                <a:sym typeface="Roboto Serif"/>
              </a:defRPr>
            </a:lvl1pPr>
            <a:lvl2pPr lvl="1" algn="r" rtl="0">
              <a:buNone/>
              <a:defRPr sz="800">
                <a:solidFill>
                  <a:schemeClr val="dk1"/>
                </a:solidFill>
                <a:latin typeface="Roboto Serif"/>
                <a:ea typeface="Roboto Serif"/>
                <a:cs typeface="Roboto Serif"/>
                <a:sym typeface="Roboto Serif"/>
              </a:defRPr>
            </a:lvl2pPr>
            <a:lvl3pPr lvl="2" algn="r" rtl="0">
              <a:buNone/>
              <a:defRPr sz="800">
                <a:solidFill>
                  <a:schemeClr val="dk1"/>
                </a:solidFill>
                <a:latin typeface="Roboto Serif"/>
                <a:ea typeface="Roboto Serif"/>
                <a:cs typeface="Roboto Serif"/>
                <a:sym typeface="Roboto Serif"/>
              </a:defRPr>
            </a:lvl3pPr>
            <a:lvl4pPr lvl="3" algn="r" rtl="0">
              <a:buNone/>
              <a:defRPr sz="800">
                <a:solidFill>
                  <a:schemeClr val="dk1"/>
                </a:solidFill>
                <a:latin typeface="Roboto Serif"/>
                <a:ea typeface="Roboto Serif"/>
                <a:cs typeface="Roboto Serif"/>
                <a:sym typeface="Roboto Serif"/>
              </a:defRPr>
            </a:lvl4pPr>
            <a:lvl5pPr lvl="4" algn="r" rtl="0">
              <a:buNone/>
              <a:defRPr sz="800">
                <a:solidFill>
                  <a:schemeClr val="dk1"/>
                </a:solidFill>
                <a:latin typeface="Roboto Serif"/>
                <a:ea typeface="Roboto Serif"/>
                <a:cs typeface="Roboto Serif"/>
                <a:sym typeface="Roboto Serif"/>
              </a:defRPr>
            </a:lvl5pPr>
            <a:lvl6pPr lvl="5" algn="r" rtl="0">
              <a:buNone/>
              <a:defRPr sz="800">
                <a:solidFill>
                  <a:schemeClr val="dk1"/>
                </a:solidFill>
                <a:latin typeface="Roboto Serif"/>
                <a:ea typeface="Roboto Serif"/>
                <a:cs typeface="Roboto Serif"/>
                <a:sym typeface="Roboto Serif"/>
              </a:defRPr>
            </a:lvl6pPr>
            <a:lvl7pPr lvl="6" algn="r" rtl="0">
              <a:buNone/>
              <a:defRPr sz="800">
                <a:solidFill>
                  <a:schemeClr val="dk1"/>
                </a:solidFill>
                <a:latin typeface="Roboto Serif"/>
                <a:ea typeface="Roboto Serif"/>
                <a:cs typeface="Roboto Serif"/>
                <a:sym typeface="Roboto Serif"/>
              </a:defRPr>
            </a:lvl7pPr>
            <a:lvl8pPr lvl="7" algn="r" rtl="0">
              <a:buNone/>
              <a:defRPr sz="800">
                <a:solidFill>
                  <a:schemeClr val="dk1"/>
                </a:solidFill>
                <a:latin typeface="Roboto Serif"/>
                <a:ea typeface="Roboto Serif"/>
                <a:cs typeface="Roboto Serif"/>
                <a:sym typeface="Roboto Serif"/>
              </a:defRPr>
            </a:lvl8pPr>
            <a:lvl9pPr lvl="8" algn="r" rtl="0">
              <a:buNone/>
              <a:defRPr sz="800">
                <a:solidFill>
                  <a:schemeClr val="dk1"/>
                </a:solidFill>
                <a:latin typeface="Roboto Serif"/>
                <a:ea typeface="Roboto Serif"/>
                <a:cs typeface="Roboto Serif"/>
                <a:sym typeface="Roboto Serif"/>
              </a:defRPr>
            </a:lvl9pPr>
          </a:lstStyle>
          <a:p>
            <a:pPr marL="0" lvl="0" indent="0" algn="r" rtl="0">
              <a:spcBef>
                <a:spcPts val="0"/>
              </a:spcBef>
              <a:spcAft>
                <a:spcPts val="0"/>
              </a:spcAft>
              <a:buNone/>
            </a:pPr>
            <a:fld id="{00000000-1234-1234-1234-123412341234}" type="slidenum">
              <a:rPr lang="en"/>
              <a:t>‹#›</a:t>
            </a:fld>
            <a:endParaRPr/>
          </a:p>
        </p:txBody>
      </p:sp>
      <p:sp>
        <p:nvSpPr>
          <p:cNvPr id="7" name="Google Shape;7;p1"/>
          <p:cNvSpPr txBox="1">
            <a:spLocks noGrp="1"/>
          </p:cNvSpPr>
          <p:nvPr>
            <p:ph type="body" idx="1"/>
          </p:nvPr>
        </p:nvSpPr>
        <p:spPr>
          <a:xfrm>
            <a:off x="158525" y="2629175"/>
            <a:ext cx="6042000" cy="2299200"/>
          </a:xfrm>
          <a:prstGeom prst="rect">
            <a:avLst/>
          </a:prstGeom>
          <a:noFill/>
          <a:ln>
            <a:noFill/>
          </a:ln>
        </p:spPr>
        <p:txBody>
          <a:bodyPr spcFirstLastPara="1" wrap="square" lIns="91425" tIns="91425" rIns="91425" bIns="91425" anchor="t" anchorCtr="0">
            <a:noAutofit/>
          </a:bodyPr>
          <a:lstStyle>
            <a:lvl1pPr marL="457200" lvl="0" indent="-330200">
              <a:spcBef>
                <a:spcPts val="0"/>
              </a:spcBef>
              <a:spcAft>
                <a:spcPts val="0"/>
              </a:spcAft>
              <a:buClr>
                <a:schemeClr val="dk2"/>
              </a:buClr>
              <a:buSzPts val="1600"/>
              <a:buFont typeface="Roboto Serif"/>
              <a:buChar char="●"/>
              <a:defRPr sz="1600">
                <a:solidFill>
                  <a:schemeClr val="dk2"/>
                </a:solidFill>
                <a:latin typeface="Roboto Serif"/>
                <a:ea typeface="Roboto Serif"/>
                <a:cs typeface="Roboto Serif"/>
                <a:sym typeface="Roboto Serif"/>
              </a:defRPr>
            </a:lvl1pPr>
            <a:lvl2pPr marL="914400" lvl="1" indent="-323850">
              <a:spcBef>
                <a:spcPts val="0"/>
              </a:spcBef>
              <a:spcAft>
                <a:spcPts val="0"/>
              </a:spcAft>
              <a:buClr>
                <a:schemeClr val="dk2"/>
              </a:buClr>
              <a:buSzPts val="1500"/>
              <a:buFont typeface="Roboto Serif"/>
              <a:buChar char="○"/>
              <a:defRPr sz="1500">
                <a:solidFill>
                  <a:schemeClr val="dk2"/>
                </a:solidFill>
                <a:latin typeface="Roboto Serif"/>
                <a:ea typeface="Roboto Serif"/>
                <a:cs typeface="Roboto Serif"/>
                <a:sym typeface="Roboto Serif"/>
              </a:defRPr>
            </a:lvl2pPr>
            <a:lvl3pPr marL="1371600" lvl="2" indent="-317500">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marL="1828800" lvl="3" indent="-311150">
              <a:spcBef>
                <a:spcPts val="0"/>
              </a:spcBef>
              <a:spcAft>
                <a:spcPts val="0"/>
              </a:spcAft>
              <a:buClr>
                <a:schemeClr val="dk2"/>
              </a:buClr>
              <a:buSzPts val="1300"/>
              <a:buFont typeface="Roboto Serif"/>
              <a:buChar char="●"/>
              <a:defRPr sz="1300">
                <a:solidFill>
                  <a:schemeClr val="dk2"/>
                </a:solidFill>
                <a:latin typeface="Roboto Serif"/>
                <a:ea typeface="Roboto Serif"/>
                <a:cs typeface="Roboto Serif"/>
                <a:sym typeface="Roboto Serif"/>
              </a:defRPr>
            </a:lvl4pPr>
            <a:lvl5pPr marL="2286000" lvl="4" indent="-304800">
              <a:spcBef>
                <a:spcPts val="0"/>
              </a:spcBef>
              <a:spcAft>
                <a:spcPts val="0"/>
              </a:spcAft>
              <a:buClr>
                <a:schemeClr val="dk2"/>
              </a:buClr>
              <a:buSzPts val="1200"/>
              <a:buFont typeface="Roboto Serif"/>
              <a:buChar char="○"/>
              <a:defRPr sz="1200">
                <a:solidFill>
                  <a:schemeClr val="dk2"/>
                </a:solidFill>
                <a:latin typeface="Roboto Serif"/>
                <a:ea typeface="Roboto Serif"/>
                <a:cs typeface="Roboto Serif"/>
                <a:sym typeface="Roboto Serif"/>
              </a:defRPr>
            </a:lvl5pPr>
            <a:lvl6pPr marL="2743200" lvl="5" indent="-298450">
              <a:spcBef>
                <a:spcPts val="0"/>
              </a:spcBef>
              <a:spcAft>
                <a:spcPts val="0"/>
              </a:spcAft>
              <a:buClr>
                <a:schemeClr val="dk2"/>
              </a:buClr>
              <a:buSzPts val="1100"/>
              <a:buFont typeface="Roboto Serif"/>
              <a:buChar char="■"/>
              <a:defRPr sz="1100">
                <a:solidFill>
                  <a:schemeClr val="dk2"/>
                </a:solidFill>
                <a:latin typeface="Roboto Serif"/>
                <a:ea typeface="Roboto Serif"/>
                <a:cs typeface="Roboto Serif"/>
                <a:sym typeface="Roboto Serif"/>
              </a:defRPr>
            </a:lvl6pPr>
            <a:lvl7pPr marL="3200400" lvl="6" indent="-292100">
              <a:spcBef>
                <a:spcPts val="0"/>
              </a:spcBef>
              <a:spcAft>
                <a:spcPts val="0"/>
              </a:spcAft>
              <a:buClr>
                <a:schemeClr val="dk2"/>
              </a:buClr>
              <a:buSzPts val="1000"/>
              <a:buFont typeface="Roboto Serif"/>
              <a:buChar char="●"/>
              <a:defRPr sz="1000">
                <a:solidFill>
                  <a:schemeClr val="dk2"/>
                </a:solidFill>
                <a:latin typeface="Roboto Serif"/>
                <a:ea typeface="Roboto Serif"/>
                <a:cs typeface="Roboto Serif"/>
                <a:sym typeface="Roboto Serif"/>
              </a:defRPr>
            </a:lvl7pPr>
            <a:lvl8pPr marL="3657600" lvl="7" indent="-285750">
              <a:spcBef>
                <a:spcPts val="0"/>
              </a:spcBef>
              <a:spcAft>
                <a:spcPts val="0"/>
              </a:spcAft>
              <a:buClr>
                <a:schemeClr val="dk2"/>
              </a:buClr>
              <a:buSzPts val="900"/>
              <a:buFont typeface="Roboto Serif"/>
              <a:buChar char="○"/>
              <a:defRPr sz="900">
                <a:solidFill>
                  <a:schemeClr val="dk2"/>
                </a:solidFill>
                <a:latin typeface="Roboto Serif"/>
                <a:ea typeface="Roboto Serif"/>
                <a:cs typeface="Roboto Serif"/>
                <a:sym typeface="Roboto Serif"/>
              </a:defRPr>
            </a:lvl8pPr>
            <a:lvl9pPr marL="4114800" lvl="8" indent="-279400">
              <a:spcBef>
                <a:spcPts val="0"/>
              </a:spcBef>
              <a:spcAft>
                <a:spcPts val="0"/>
              </a:spcAft>
              <a:buClr>
                <a:schemeClr val="dk2"/>
              </a:buClr>
              <a:buSzPts val="800"/>
              <a:buFont typeface="Roboto Serif"/>
              <a:buChar char="■"/>
              <a:defRPr sz="900">
                <a:solidFill>
                  <a:schemeClr val="dk2"/>
                </a:solidFill>
                <a:latin typeface="Roboto Serif"/>
                <a:ea typeface="Roboto Serif"/>
                <a:cs typeface="Roboto Serif"/>
                <a:sym typeface="Roboto Serif"/>
              </a:defRPr>
            </a:lvl9pPr>
          </a:lstStyle>
          <a:p>
            <a:endParaRPr/>
          </a:p>
        </p:txBody>
      </p:sp>
      <p:sp>
        <p:nvSpPr>
          <p:cNvPr id="8" name="Google Shape;8;p1"/>
          <p:cNvSpPr txBox="1">
            <a:spLocks noGrp="1"/>
          </p:cNvSpPr>
          <p:nvPr>
            <p:ph type="title"/>
          </p:nvPr>
        </p:nvSpPr>
        <p:spPr>
          <a:xfrm>
            <a:off x="195950" y="57450"/>
            <a:ext cx="8490300" cy="1085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4000"/>
              <a:buFont typeface="Roboto Serif"/>
              <a:buNone/>
              <a:defRPr sz="4000">
                <a:solidFill>
                  <a:schemeClr val="dk2"/>
                </a:solidFill>
                <a:latin typeface="Roboto Serif"/>
                <a:ea typeface="Roboto Serif"/>
                <a:cs typeface="Roboto Serif"/>
                <a:sym typeface="Roboto Serif"/>
              </a:defRPr>
            </a:lvl1pPr>
            <a:lvl2pPr lvl="1">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2pPr>
            <a:lvl3pPr lvl="2">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3pPr>
            <a:lvl4pPr lvl="3">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4pPr>
            <a:lvl5pPr lvl="4">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5pPr>
            <a:lvl6pPr lvl="5">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6pPr>
            <a:lvl7pPr lvl="6">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7pPr>
            <a:lvl8pPr lvl="7">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8pPr>
            <a:lvl9pPr lvl="8">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CB9C"/>
        </a:solidFill>
        <a:effectLst/>
      </p:bgPr>
    </p:bg>
    <p:spTree>
      <p:nvGrpSpPr>
        <p:cNvPr id="1" name="Shape 279"/>
        <p:cNvGrpSpPr/>
        <p:nvPr/>
      </p:nvGrpSpPr>
      <p:grpSpPr>
        <a:xfrm>
          <a:off x="0" y="0"/>
          <a:ext cx="0" cy="0"/>
          <a:chOff x="0" y="0"/>
          <a:chExt cx="0" cy="0"/>
        </a:xfrm>
      </p:grpSpPr>
      <p:sp>
        <p:nvSpPr>
          <p:cNvPr id="280" name="Google Shape;280;p39"/>
          <p:cNvSpPr txBox="1">
            <a:spLocks noGrp="1"/>
          </p:cNvSpPr>
          <p:nvPr>
            <p:ph type="subTitle" idx="1"/>
          </p:nvPr>
        </p:nvSpPr>
        <p:spPr>
          <a:xfrm>
            <a:off x="5461625" y="1621950"/>
            <a:ext cx="3436200" cy="338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000">
              <a:latin typeface="Comic Sans MS"/>
              <a:ea typeface="Comic Sans MS"/>
              <a:cs typeface="Comic Sans MS"/>
              <a:sym typeface="Comic Sans MS"/>
            </a:endParaRPr>
          </a:p>
          <a:p>
            <a:pPr marL="0" lvl="0" indent="0" algn="l" rtl="0">
              <a:spcBef>
                <a:spcPts val="0"/>
              </a:spcBef>
              <a:spcAft>
                <a:spcPts val="0"/>
              </a:spcAft>
              <a:buNone/>
            </a:pPr>
            <a:endParaRPr sz="2000">
              <a:latin typeface="Comic Sans MS"/>
              <a:ea typeface="Comic Sans MS"/>
              <a:cs typeface="Comic Sans MS"/>
              <a:sym typeface="Comic Sans MS"/>
            </a:endParaRPr>
          </a:p>
          <a:p>
            <a:pPr marL="0" lvl="0" indent="0" algn="l" rtl="0">
              <a:spcBef>
                <a:spcPts val="0"/>
              </a:spcBef>
              <a:spcAft>
                <a:spcPts val="0"/>
              </a:spcAft>
              <a:buNone/>
            </a:pPr>
            <a:r>
              <a:rPr lang="en" sz="2000">
                <a:latin typeface="Comic Sans MS"/>
                <a:ea typeface="Comic Sans MS"/>
                <a:cs typeface="Comic Sans MS"/>
                <a:sym typeface="Comic Sans MS"/>
              </a:rPr>
              <a:t>Team Members:</a:t>
            </a:r>
            <a:endParaRPr sz="2000">
              <a:latin typeface="Comic Sans MS"/>
              <a:ea typeface="Comic Sans MS"/>
              <a:cs typeface="Comic Sans MS"/>
              <a:sym typeface="Comic Sans MS"/>
            </a:endParaRPr>
          </a:p>
          <a:p>
            <a:pPr marL="0" lvl="0" indent="0" algn="l" rtl="0">
              <a:spcBef>
                <a:spcPts val="0"/>
              </a:spcBef>
              <a:spcAft>
                <a:spcPts val="0"/>
              </a:spcAft>
              <a:buNone/>
            </a:pPr>
            <a:endParaRPr sz="2000">
              <a:latin typeface="Comic Sans MS"/>
              <a:ea typeface="Comic Sans MS"/>
              <a:cs typeface="Comic Sans MS"/>
              <a:sym typeface="Comic Sans MS"/>
            </a:endParaRPr>
          </a:p>
          <a:p>
            <a:pPr marL="0" lvl="0" indent="0" algn="l" rtl="0">
              <a:spcBef>
                <a:spcPts val="0"/>
              </a:spcBef>
              <a:spcAft>
                <a:spcPts val="0"/>
              </a:spcAft>
              <a:buNone/>
            </a:pPr>
            <a:r>
              <a:rPr lang="en" sz="2000">
                <a:latin typeface="Comic Sans MS"/>
                <a:ea typeface="Comic Sans MS"/>
                <a:cs typeface="Comic Sans MS"/>
                <a:sym typeface="Comic Sans MS"/>
              </a:rPr>
              <a:t>Purnima Chandrasekaran</a:t>
            </a:r>
            <a:endParaRPr sz="2000">
              <a:latin typeface="Comic Sans MS"/>
              <a:ea typeface="Comic Sans MS"/>
              <a:cs typeface="Comic Sans MS"/>
              <a:sym typeface="Comic Sans MS"/>
            </a:endParaRPr>
          </a:p>
          <a:p>
            <a:pPr marL="0" lvl="0" indent="0" algn="l" rtl="0">
              <a:spcBef>
                <a:spcPts val="0"/>
              </a:spcBef>
              <a:spcAft>
                <a:spcPts val="0"/>
              </a:spcAft>
              <a:buNone/>
            </a:pPr>
            <a:r>
              <a:rPr lang="en" sz="2000">
                <a:latin typeface="Comic Sans MS"/>
                <a:ea typeface="Comic Sans MS"/>
                <a:cs typeface="Comic Sans MS"/>
                <a:sym typeface="Comic Sans MS"/>
              </a:rPr>
              <a:t>Lakshmi Garimella</a:t>
            </a:r>
            <a:endParaRPr sz="2000">
              <a:latin typeface="Comic Sans MS"/>
              <a:ea typeface="Comic Sans MS"/>
              <a:cs typeface="Comic Sans MS"/>
              <a:sym typeface="Comic Sans MS"/>
            </a:endParaRPr>
          </a:p>
          <a:p>
            <a:pPr marL="0" lvl="0" indent="0" algn="l" rtl="0">
              <a:spcBef>
                <a:spcPts val="0"/>
              </a:spcBef>
              <a:spcAft>
                <a:spcPts val="0"/>
              </a:spcAft>
              <a:buNone/>
            </a:pPr>
            <a:r>
              <a:rPr lang="en" sz="2000">
                <a:latin typeface="Comic Sans MS"/>
                <a:ea typeface="Comic Sans MS"/>
                <a:cs typeface="Comic Sans MS"/>
                <a:sym typeface="Comic Sans MS"/>
              </a:rPr>
              <a:t>Padmini Madhankumar</a:t>
            </a:r>
            <a:endParaRPr sz="2000">
              <a:latin typeface="Comic Sans MS"/>
              <a:ea typeface="Comic Sans MS"/>
              <a:cs typeface="Comic Sans MS"/>
              <a:sym typeface="Comic Sans MS"/>
            </a:endParaRPr>
          </a:p>
          <a:p>
            <a:pPr marL="0" lvl="0" indent="0" algn="l" rtl="0">
              <a:spcBef>
                <a:spcPts val="0"/>
              </a:spcBef>
              <a:spcAft>
                <a:spcPts val="0"/>
              </a:spcAft>
              <a:buNone/>
            </a:pPr>
            <a:r>
              <a:rPr lang="en" sz="2000">
                <a:latin typeface="Comic Sans MS"/>
                <a:ea typeface="Comic Sans MS"/>
                <a:cs typeface="Comic Sans MS"/>
                <a:sym typeface="Comic Sans MS"/>
              </a:rPr>
              <a:t>Jayalakshmi Kamalakannan</a:t>
            </a:r>
            <a:endParaRPr sz="2000">
              <a:latin typeface="Comic Sans MS"/>
              <a:ea typeface="Comic Sans MS"/>
              <a:cs typeface="Comic Sans MS"/>
              <a:sym typeface="Comic Sans MS"/>
            </a:endParaRPr>
          </a:p>
          <a:p>
            <a:pPr marL="0" lvl="0" indent="0" algn="l" rtl="0">
              <a:spcBef>
                <a:spcPts val="0"/>
              </a:spcBef>
              <a:spcAft>
                <a:spcPts val="0"/>
              </a:spcAft>
              <a:buNone/>
            </a:pPr>
            <a:r>
              <a:rPr lang="en" sz="2000">
                <a:latin typeface="Comic Sans MS"/>
                <a:ea typeface="Comic Sans MS"/>
                <a:cs typeface="Comic Sans MS"/>
                <a:sym typeface="Comic Sans MS"/>
              </a:rPr>
              <a:t>Tanaya Hingane</a:t>
            </a:r>
            <a:endParaRPr sz="2000">
              <a:latin typeface="Comic Sans MS"/>
              <a:ea typeface="Comic Sans MS"/>
              <a:cs typeface="Comic Sans MS"/>
              <a:sym typeface="Comic Sans MS"/>
            </a:endParaRPr>
          </a:p>
        </p:txBody>
      </p:sp>
      <p:sp>
        <p:nvSpPr>
          <p:cNvPr id="281" name="Google Shape;281;p39"/>
          <p:cNvSpPr txBox="1">
            <a:spLocks noGrp="1"/>
          </p:cNvSpPr>
          <p:nvPr>
            <p:ph type="title"/>
          </p:nvPr>
        </p:nvSpPr>
        <p:spPr>
          <a:xfrm>
            <a:off x="144900" y="124625"/>
            <a:ext cx="8854200" cy="1608000"/>
          </a:xfrm>
          <a:prstGeom prst="rect">
            <a:avLst/>
          </a:prstGeom>
        </p:spPr>
        <p:txBody>
          <a:bodyPr spcFirstLastPara="1" wrap="square" lIns="91425" tIns="91425" rIns="91425" bIns="91425" anchor="t" anchorCtr="0">
            <a:noAutofit/>
          </a:bodyPr>
          <a:lstStyle/>
          <a:p>
            <a:pPr marL="1371600" lvl="0" indent="457200" algn="l" rtl="0">
              <a:spcBef>
                <a:spcPts val="0"/>
              </a:spcBef>
              <a:spcAft>
                <a:spcPts val="0"/>
              </a:spcAft>
              <a:buNone/>
            </a:pPr>
            <a:r>
              <a:rPr lang="en" sz="4000"/>
              <a:t>SQL HACKATHON</a:t>
            </a:r>
            <a:endParaRPr sz="4000"/>
          </a:p>
          <a:p>
            <a:pPr marL="457200" lvl="0" indent="457200" algn="l" rtl="0">
              <a:spcBef>
                <a:spcPts val="0"/>
              </a:spcBef>
              <a:spcAft>
                <a:spcPts val="0"/>
              </a:spcAft>
              <a:buNone/>
            </a:pPr>
            <a:r>
              <a:rPr lang="en" sz="4000"/>
              <a:t>GroupByLegends - Team 13</a:t>
            </a:r>
            <a:endParaRPr sz="4000"/>
          </a:p>
        </p:txBody>
      </p:sp>
      <p:sp>
        <p:nvSpPr>
          <p:cNvPr id="282" name="Google Shape;282;p39"/>
          <p:cNvSpPr txBox="1"/>
          <p:nvPr/>
        </p:nvSpPr>
        <p:spPr>
          <a:xfrm>
            <a:off x="254900" y="1732625"/>
            <a:ext cx="4869300" cy="327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t>Every organization collects data, but value lies in understanding it.</a:t>
            </a:r>
            <a:endParaRPr sz="2000"/>
          </a:p>
          <a:p>
            <a:pPr marL="0" lvl="0" indent="0" algn="l" rtl="0">
              <a:lnSpc>
                <a:spcPct val="115000"/>
              </a:lnSpc>
              <a:spcBef>
                <a:spcPts val="0"/>
              </a:spcBef>
              <a:spcAft>
                <a:spcPts val="0"/>
              </a:spcAft>
              <a:buNone/>
            </a:pPr>
            <a:endParaRPr sz="2000"/>
          </a:p>
          <a:p>
            <a:pPr marL="0" lvl="0" indent="0" algn="l" rtl="0">
              <a:lnSpc>
                <a:spcPct val="115000"/>
              </a:lnSpc>
              <a:spcBef>
                <a:spcPts val="0"/>
              </a:spcBef>
              <a:spcAft>
                <a:spcPts val="0"/>
              </a:spcAft>
              <a:buNone/>
            </a:pPr>
            <a:r>
              <a:rPr lang="en" sz="2000"/>
              <a:t>In this Hackathon, To uncover hidden insights into Glucose variability Analysis, we worked on Connecting data points from demography, vitals and food log tables. </a:t>
            </a:r>
            <a:endParaRPr sz="1600">
              <a:solidFill>
                <a:schemeClr val="dk2"/>
              </a:solidFill>
              <a:latin typeface="Roboto Serif"/>
              <a:ea typeface="Roboto Serif"/>
              <a:cs typeface="Roboto Serif"/>
              <a:sym typeface="Roboto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CB9C"/>
        </a:solidFill>
        <a:effectLst/>
      </p:bgPr>
    </p:bg>
    <p:spTree>
      <p:nvGrpSpPr>
        <p:cNvPr id="1" name="Shape 286"/>
        <p:cNvGrpSpPr/>
        <p:nvPr/>
      </p:nvGrpSpPr>
      <p:grpSpPr>
        <a:xfrm>
          <a:off x="0" y="0"/>
          <a:ext cx="0" cy="0"/>
          <a:chOff x="0" y="0"/>
          <a:chExt cx="0" cy="0"/>
        </a:xfrm>
      </p:grpSpPr>
      <p:sp>
        <p:nvSpPr>
          <p:cNvPr id="287" name="Google Shape;287;p40"/>
          <p:cNvSpPr txBox="1">
            <a:spLocks noGrp="1"/>
          </p:cNvSpPr>
          <p:nvPr>
            <p:ph type="title"/>
          </p:nvPr>
        </p:nvSpPr>
        <p:spPr>
          <a:xfrm>
            <a:off x="228750" y="792750"/>
            <a:ext cx="8686500" cy="40596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sz="2500">
                <a:solidFill>
                  <a:srgbClr val="1D1C1D"/>
                </a:solidFill>
              </a:rPr>
              <a:t>Introduction</a:t>
            </a:r>
            <a:endParaRPr sz="2500">
              <a:solidFill>
                <a:srgbClr val="1D1C1D"/>
              </a:solidFill>
            </a:endParaRPr>
          </a:p>
          <a:p>
            <a:pPr marL="0" lvl="0" indent="0" algn="l" rtl="0">
              <a:lnSpc>
                <a:spcPct val="115000"/>
              </a:lnSpc>
              <a:spcBef>
                <a:spcPts val="0"/>
              </a:spcBef>
              <a:spcAft>
                <a:spcPts val="0"/>
              </a:spcAft>
              <a:buNone/>
            </a:pPr>
            <a:endParaRPr sz="2500">
              <a:solidFill>
                <a:srgbClr val="1D1C1D"/>
              </a:solidFill>
            </a:endParaRPr>
          </a:p>
          <a:p>
            <a:pPr marL="0" lvl="0" indent="0" algn="l" rtl="0">
              <a:lnSpc>
                <a:spcPct val="115000"/>
              </a:lnSpc>
              <a:spcBef>
                <a:spcPts val="0"/>
              </a:spcBef>
              <a:spcAft>
                <a:spcPts val="0"/>
              </a:spcAft>
              <a:buNone/>
            </a:pPr>
            <a:r>
              <a:rPr lang="en" sz="2500">
                <a:solidFill>
                  <a:srgbClr val="1D1C1D"/>
                </a:solidFill>
              </a:rPr>
              <a:t>Glycemic Variability Dataset has data about </a:t>
            </a:r>
            <a:endParaRPr sz="2500">
              <a:solidFill>
                <a:srgbClr val="1D1C1D"/>
              </a:solidFill>
            </a:endParaRPr>
          </a:p>
          <a:p>
            <a:pPr marL="0" lvl="0" indent="0" algn="l" rtl="0">
              <a:lnSpc>
                <a:spcPct val="115000"/>
              </a:lnSpc>
              <a:spcBef>
                <a:spcPts val="0"/>
              </a:spcBef>
              <a:spcAft>
                <a:spcPts val="0"/>
              </a:spcAft>
              <a:buNone/>
            </a:pPr>
            <a:r>
              <a:rPr lang="en" sz="2000">
                <a:solidFill>
                  <a:srgbClr val="1D1C1D"/>
                </a:solidFill>
                <a:latin typeface="Arial"/>
                <a:ea typeface="Arial"/>
                <a:cs typeface="Arial"/>
                <a:sym typeface="Arial"/>
              </a:rPr>
              <a:t>Non-glucose wearable signals like HR, IBI, EDA in addition to glucose values for each patient which help explain why variability happens.</a:t>
            </a:r>
            <a:endParaRPr sz="2000">
              <a:solidFill>
                <a:srgbClr val="1D1C1D"/>
              </a:solidFill>
              <a:latin typeface="Arial"/>
              <a:ea typeface="Arial"/>
              <a:cs typeface="Arial"/>
              <a:sym typeface="Arial"/>
            </a:endParaRPr>
          </a:p>
          <a:p>
            <a:pPr marL="0" lvl="0" indent="0" algn="l" rtl="0">
              <a:lnSpc>
                <a:spcPct val="115000"/>
              </a:lnSpc>
              <a:spcBef>
                <a:spcPts val="0"/>
              </a:spcBef>
              <a:spcAft>
                <a:spcPts val="0"/>
              </a:spcAft>
              <a:buNone/>
            </a:pPr>
            <a:endParaRPr sz="2000">
              <a:solidFill>
                <a:srgbClr val="1D1C1D"/>
              </a:solidFill>
              <a:latin typeface="Arial"/>
              <a:ea typeface="Arial"/>
              <a:cs typeface="Arial"/>
              <a:sym typeface="Arial"/>
            </a:endParaRPr>
          </a:p>
          <a:p>
            <a:pPr marL="0" lvl="0" indent="0" algn="l" rtl="0">
              <a:lnSpc>
                <a:spcPct val="115000"/>
              </a:lnSpc>
              <a:spcBef>
                <a:spcPts val="0"/>
              </a:spcBef>
              <a:spcAft>
                <a:spcPts val="0"/>
              </a:spcAft>
              <a:buNone/>
            </a:pPr>
            <a:r>
              <a:rPr lang="en" sz="2000">
                <a:solidFill>
                  <a:srgbClr val="1D1C1D"/>
                </a:solidFill>
                <a:latin typeface="Arial"/>
                <a:ea typeface="Arial"/>
                <a:cs typeface="Arial"/>
                <a:sym typeface="Arial"/>
              </a:rPr>
              <a:t>We Started with identifying Risk groups based on glucose values.</a:t>
            </a:r>
            <a:endParaRPr sz="2000">
              <a:solidFill>
                <a:srgbClr val="1D1C1D"/>
              </a:solidFill>
              <a:latin typeface="Arial"/>
              <a:ea typeface="Arial"/>
              <a:cs typeface="Arial"/>
              <a:sym typeface="Arial"/>
            </a:endParaRPr>
          </a:p>
          <a:p>
            <a:pPr marL="0" lvl="0" indent="0" algn="l" rtl="0">
              <a:lnSpc>
                <a:spcPct val="80000"/>
              </a:lnSpc>
              <a:spcBef>
                <a:spcPts val="0"/>
              </a:spcBef>
              <a:spcAft>
                <a:spcPts val="0"/>
              </a:spcAft>
              <a:buNone/>
            </a:pPr>
            <a:endParaRPr sz="2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1"/>
          <p:cNvSpPr txBox="1">
            <a:spLocks noGrp="1"/>
          </p:cNvSpPr>
          <p:nvPr>
            <p:ph type="title"/>
          </p:nvPr>
        </p:nvSpPr>
        <p:spPr>
          <a:xfrm>
            <a:off x="170800" y="113500"/>
            <a:ext cx="3330300" cy="16191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a:t>Hackathon</a:t>
            </a:r>
            <a:endParaRPr/>
          </a:p>
          <a:p>
            <a:pPr marL="0" lvl="0" indent="0" algn="l" rtl="0">
              <a:lnSpc>
                <a:spcPct val="80000"/>
              </a:lnSpc>
              <a:spcBef>
                <a:spcPts val="0"/>
              </a:spcBef>
              <a:spcAft>
                <a:spcPts val="0"/>
              </a:spcAft>
              <a:buNone/>
            </a:pPr>
            <a:r>
              <a:rPr lang="en" sz="5000">
                <a:latin typeface="Covered By Your Grace"/>
                <a:ea typeface="Covered By Your Grace"/>
                <a:cs typeface="Covered By Your Grace"/>
                <a:sym typeface="Covered By Your Grace"/>
              </a:rPr>
              <a:t>Agenda</a:t>
            </a:r>
            <a:endParaRPr sz="5000">
              <a:latin typeface="Covered By Your Grace"/>
              <a:ea typeface="Covered By Your Grace"/>
              <a:cs typeface="Covered By Your Grace"/>
              <a:sym typeface="Covered By Your Grace"/>
            </a:endParaRPr>
          </a:p>
        </p:txBody>
      </p:sp>
      <p:sp>
        <p:nvSpPr>
          <p:cNvPr id="293" name="Google Shape;293;p41"/>
          <p:cNvSpPr/>
          <p:nvPr/>
        </p:nvSpPr>
        <p:spPr>
          <a:xfrm>
            <a:off x="258650" y="1292260"/>
            <a:ext cx="1759823" cy="30950"/>
          </a:xfrm>
          <a:custGeom>
            <a:avLst/>
            <a:gdLst/>
            <a:ahLst/>
            <a:cxnLst/>
            <a:rect l="l" t="t" r="r" b="b"/>
            <a:pathLst>
              <a:path w="141864" h="1238" extrusionOk="0">
                <a:moveTo>
                  <a:pt x="0" y="1238"/>
                </a:moveTo>
                <a:cubicBezTo>
                  <a:pt x="47290" y="1238"/>
                  <a:pt x="94574" y="0"/>
                  <a:pt x="141864" y="0"/>
                </a:cubicBezTo>
              </a:path>
            </a:pathLst>
          </a:custGeom>
          <a:noFill/>
          <a:ln w="38100" cap="flat" cmpd="sng">
            <a:solidFill>
              <a:schemeClr val="dk2"/>
            </a:solidFill>
            <a:prstDash val="solid"/>
            <a:round/>
            <a:headEnd type="none" w="med" len="med"/>
            <a:tailEnd type="none" w="med" len="med"/>
          </a:ln>
        </p:spPr>
        <p:txBody>
          <a:bodyPr/>
          <a:lstStyle/>
          <a:p>
            <a:endParaRPr lang="en-US"/>
          </a:p>
        </p:txBody>
      </p:sp>
      <p:sp>
        <p:nvSpPr>
          <p:cNvPr id="294" name="Google Shape;294;p41"/>
          <p:cNvSpPr txBox="1">
            <a:spLocks noGrp="1"/>
          </p:cNvSpPr>
          <p:nvPr>
            <p:ph type="title" idx="2"/>
          </p:nvPr>
        </p:nvSpPr>
        <p:spPr>
          <a:xfrm>
            <a:off x="3264047" y="1019925"/>
            <a:ext cx="5404500" cy="3263100"/>
          </a:xfrm>
          <a:prstGeom prst="rect">
            <a:avLst/>
          </a:prstGeom>
        </p:spPr>
        <p:txBody>
          <a:bodyPr spcFirstLastPara="1" wrap="square" lIns="91425" tIns="91425" rIns="91425" bIns="91425" anchor="t" anchorCtr="0">
            <a:spAutoFit/>
          </a:bodyPr>
          <a:lstStyle/>
          <a:p>
            <a:pPr marL="457200" lvl="0" indent="-387350" algn="l" rtl="0">
              <a:spcBef>
                <a:spcPts val="0"/>
              </a:spcBef>
              <a:spcAft>
                <a:spcPts val="0"/>
              </a:spcAft>
              <a:buSzPts val="2500"/>
              <a:buChar char="●"/>
            </a:pPr>
            <a:r>
              <a:rPr lang="en" sz="2500"/>
              <a:t>Design Schema and Normalization</a:t>
            </a:r>
            <a:endParaRPr sz="2500"/>
          </a:p>
          <a:p>
            <a:pPr marL="457200" lvl="0" indent="-387350" algn="l" rtl="0">
              <a:spcBef>
                <a:spcPts val="0"/>
              </a:spcBef>
              <a:spcAft>
                <a:spcPts val="0"/>
              </a:spcAft>
              <a:buSzPts val="2500"/>
              <a:buChar char="●"/>
            </a:pPr>
            <a:r>
              <a:rPr lang="en" sz="2500"/>
              <a:t>Identify Risk Groups and dietary patterns</a:t>
            </a:r>
            <a:endParaRPr sz="2500"/>
          </a:p>
          <a:p>
            <a:pPr marL="457200" lvl="0" indent="-387350" algn="l" rtl="0">
              <a:spcBef>
                <a:spcPts val="0"/>
              </a:spcBef>
              <a:spcAft>
                <a:spcPts val="0"/>
              </a:spcAft>
              <a:buSzPts val="2500"/>
              <a:buChar char="●"/>
            </a:pPr>
            <a:r>
              <a:rPr lang="en" sz="2500"/>
              <a:t>Find Correlation between different metrics</a:t>
            </a:r>
            <a:endParaRPr sz="2500"/>
          </a:p>
          <a:p>
            <a:pPr marL="457200" lvl="0" indent="-387350" algn="l" rtl="0">
              <a:spcBef>
                <a:spcPts val="0"/>
              </a:spcBef>
              <a:spcAft>
                <a:spcPts val="0"/>
              </a:spcAft>
              <a:buSzPts val="2500"/>
              <a:buChar char="●"/>
            </a:pPr>
            <a:r>
              <a:rPr lang="en" sz="2500"/>
              <a:t>Further analysis</a:t>
            </a:r>
            <a:endParaRPr sz="2500"/>
          </a:p>
          <a:p>
            <a:pPr marL="457200" lvl="0" indent="0" algn="l" rtl="0">
              <a:spcBef>
                <a:spcPts val="0"/>
              </a:spcBef>
              <a:spcAft>
                <a:spcPts val="0"/>
              </a:spcAft>
              <a:buNone/>
            </a:pP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2"/>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300" name="Google Shape;300;p42"/>
          <p:cNvSpPr txBox="1">
            <a:spLocks noGrp="1"/>
          </p:cNvSpPr>
          <p:nvPr>
            <p:ph type="title"/>
          </p:nvPr>
        </p:nvSpPr>
        <p:spPr>
          <a:xfrm>
            <a:off x="145381" y="-107115"/>
            <a:ext cx="8749800" cy="107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DataBase Design</a:t>
            </a:r>
            <a:endParaRPr/>
          </a:p>
        </p:txBody>
      </p:sp>
      <p:sp>
        <p:nvSpPr>
          <p:cNvPr id="301" name="Google Shape;301;p42"/>
          <p:cNvSpPr txBox="1">
            <a:spLocks noGrp="1"/>
          </p:cNvSpPr>
          <p:nvPr>
            <p:ph type="body" idx="3"/>
          </p:nvPr>
        </p:nvSpPr>
        <p:spPr>
          <a:xfrm>
            <a:off x="556700" y="1594375"/>
            <a:ext cx="3645000" cy="24555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Data Cleaning by changing to valid data types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Removing unwanted columns</a:t>
            </a:r>
            <a:endParaRPr sz="1600"/>
          </a:p>
          <a:p>
            <a:pPr marL="457200" lvl="0" indent="-330200" algn="l" rtl="0">
              <a:spcBef>
                <a:spcPts val="0"/>
              </a:spcBef>
              <a:spcAft>
                <a:spcPts val="0"/>
              </a:spcAft>
              <a:buClr>
                <a:schemeClr val="dk1"/>
              </a:buClr>
              <a:buSzPts val="1600"/>
              <a:buChar char="●"/>
            </a:pPr>
            <a:r>
              <a:rPr lang="en" sz="1600">
                <a:solidFill>
                  <a:schemeClr val="dk1"/>
                </a:solidFill>
              </a:rPr>
              <a:t>Creating required smaller tables like gv_food_log, gv_food, critical_health_parameters</a:t>
            </a:r>
            <a:endParaRPr sz="1600">
              <a:solidFill>
                <a:schemeClr val="dk1"/>
              </a:solidFill>
            </a:endParaRPr>
          </a:p>
          <a:p>
            <a:pPr marL="0" lvl="0" indent="0" algn="l" rtl="0">
              <a:spcBef>
                <a:spcPts val="0"/>
              </a:spcBef>
              <a:spcAft>
                <a:spcPts val="0"/>
              </a:spcAft>
              <a:buNone/>
            </a:pPr>
            <a:endParaRPr>
              <a:solidFill>
                <a:schemeClr val="dk1"/>
              </a:solidFill>
            </a:endParaRPr>
          </a:p>
        </p:txBody>
      </p:sp>
      <p:sp>
        <p:nvSpPr>
          <p:cNvPr id="302" name="Google Shape;302;p42"/>
          <p:cNvSpPr txBox="1">
            <a:spLocks noGrp="1"/>
          </p:cNvSpPr>
          <p:nvPr>
            <p:ph type="body" idx="4"/>
          </p:nvPr>
        </p:nvSpPr>
        <p:spPr>
          <a:xfrm>
            <a:off x="4872425" y="1745575"/>
            <a:ext cx="3767100" cy="2137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n">
                <a:solidFill>
                  <a:schemeClr val="dk1"/>
                </a:solidFill>
              </a:rPr>
              <a:t>Reduced database size by taking avg of the values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Created tables with avg values per day across the time period</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303" name="Google Shape;303;p42"/>
          <p:cNvSpPr txBox="1">
            <a:spLocks noGrp="1"/>
          </p:cNvSpPr>
          <p:nvPr>
            <p:ph type="body" idx="5"/>
          </p:nvPr>
        </p:nvSpPr>
        <p:spPr>
          <a:xfrm>
            <a:off x="512150" y="1067175"/>
            <a:ext cx="3734100" cy="43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First Step</a:t>
            </a:r>
            <a:endParaRPr sz="1800"/>
          </a:p>
        </p:txBody>
      </p:sp>
      <p:sp>
        <p:nvSpPr>
          <p:cNvPr id="304" name="Google Shape;304;p42"/>
          <p:cNvSpPr txBox="1">
            <a:spLocks noGrp="1"/>
          </p:cNvSpPr>
          <p:nvPr>
            <p:ph type="body" idx="6"/>
          </p:nvPr>
        </p:nvSpPr>
        <p:spPr>
          <a:xfrm>
            <a:off x="4933475" y="1067175"/>
            <a:ext cx="3645000" cy="58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Secondary Tasks</a:t>
            </a:r>
            <a:endParaRPr sz="1800"/>
          </a:p>
        </p:txBody>
      </p:sp>
      <p:sp>
        <p:nvSpPr>
          <p:cNvPr id="305" name="Google Shape;305;p42"/>
          <p:cNvSpPr/>
          <p:nvPr/>
        </p:nvSpPr>
        <p:spPr>
          <a:xfrm>
            <a:off x="230700" y="798625"/>
            <a:ext cx="216000" cy="3408600"/>
          </a:xfrm>
          <a:prstGeom prst="leftBracket">
            <a:avLst>
              <a:gd name="adj" fmla="val 8333"/>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2"/>
          <p:cNvSpPr/>
          <p:nvPr/>
        </p:nvSpPr>
        <p:spPr>
          <a:xfrm rot="10800000">
            <a:off x="8707975" y="720900"/>
            <a:ext cx="187200" cy="3583500"/>
          </a:xfrm>
          <a:prstGeom prst="leftBracket">
            <a:avLst>
              <a:gd name="adj" fmla="val 8333"/>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2"/>
          <p:cNvSpPr/>
          <p:nvPr/>
        </p:nvSpPr>
        <p:spPr>
          <a:xfrm rot="10800000">
            <a:off x="4070300" y="798675"/>
            <a:ext cx="216000" cy="3526800"/>
          </a:xfrm>
          <a:prstGeom prst="leftBracket">
            <a:avLst>
              <a:gd name="adj" fmla="val 8333"/>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2"/>
          <p:cNvSpPr/>
          <p:nvPr/>
        </p:nvSpPr>
        <p:spPr>
          <a:xfrm>
            <a:off x="4737300" y="798625"/>
            <a:ext cx="187200" cy="3526800"/>
          </a:xfrm>
          <a:prstGeom prst="leftBracket">
            <a:avLst>
              <a:gd name="adj" fmla="val 8333"/>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12"/>
        <p:cNvGrpSpPr/>
        <p:nvPr/>
      </p:nvGrpSpPr>
      <p:grpSpPr>
        <a:xfrm>
          <a:off x="0" y="0"/>
          <a:ext cx="0" cy="0"/>
          <a:chOff x="0" y="0"/>
          <a:chExt cx="0" cy="0"/>
        </a:xfrm>
      </p:grpSpPr>
      <p:sp>
        <p:nvSpPr>
          <p:cNvPr id="313" name="Google Shape;313;p43"/>
          <p:cNvSpPr txBox="1">
            <a:spLocks noGrp="1"/>
          </p:cNvSpPr>
          <p:nvPr>
            <p:ph type="title"/>
          </p:nvPr>
        </p:nvSpPr>
        <p:spPr>
          <a:xfrm>
            <a:off x="85725" y="103525"/>
            <a:ext cx="9058200" cy="504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b="1"/>
              <a:t>Further Analysis:</a:t>
            </a:r>
            <a:endParaRPr sz="2500" b="1"/>
          </a:p>
          <a:p>
            <a:pPr marL="0" lvl="0" indent="0" algn="l" rtl="0">
              <a:spcBef>
                <a:spcPts val="0"/>
              </a:spcBef>
              <a:spcAft>
                <a:spcPts val="0"/>
              </a:spcAft>
              <a:buNone/>
            </a:pPr>
            <a:endParaRPr sz="1800" b="1"/>
          </a:p>
          <a:p>
            <a:pPr marL="0" lvl="0" indent="0" algn="l" rtl="0">
              <a:lnSpc>
                <a:spcPct val="115000"/>
              </a:lnSpc>
              <a:spcBef>
                <a:spcPts val="0"/>
              </a:spcBef>
              <a:spcAft>
                <a:spcPts val="0"/>
              </a:spcAft>
              <a:buNone/>
            </a:pPr>
            <a:r>
              <a:rPr lang="en" sz="1800">
                <a:solidFill>
                  <a:srgbClr val="000000"/>
                </a:solidFill>
                <a:latin typeface="Arial"/>
                <a:ea typeface="Arial"/>
                <a:cs typeface="Arial"/>
                <a:sym typeface="Arial"/>
              </a:rPr>
              <a:t>For Simple queries, we used subqueries, joins, group by, case statements to categorize vitals and dietary facts</a:t>
            </a:r>
            <a:endParaRPr sz="180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1800">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 sz="1800">
                <a:solidFill>
                  <a:srgbClr val="000000"/>
                </a:solidFill>
                <a:latin typeface="Arial"/>
                <a:ea typeface="Arial"/>
                <a:cs typeface="Arial"/>
                <a:sym typeface="Arial"/>
              </a:rPr>
              <a:t>For intermediate queries, we used window functions like first_value(),last_value(),stddev_pop(), avg(), rank() to measure variability and find spikes, corr() to understand relationships, lag() and lead() to uncover patterns and trends.</a:t>
            </a:r>
            <a:endParaRPr sz="180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1800">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 sz="1800">
                <a:solidFill>
                  <a:srgbClr val="1D1C1D"/>
                </a:solidFill>
                <a:latin typeface="Arial"/>
                <a:ea typeface="Arial"/>
                <a:cs typeface="Arial"/>
                <a:sym typeface="Arial"/>
              </a:rPr>
              <a:t>For Advanced queries, we used CTEs along with window functions to compare vitals in relation to glucose levels, used Stored procedures to retrieve all the critical parameters of a patient , triggers to automatically update entries</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17"/>
        <p:cNvGrpSpPr/>
        <p:nvPr/>
      </p:nvGrpSpPr>
      <p:grpSpPr>
        <a:xfrm>
          <a:off x="0" y="0"/>
          <a:ext cx="0" cy="0"/>
          <a:chOff x="0" y="0"/>
          <a:chExt cx="0" cy="0"/>
        </a:xfrm>
      </p:grpSpPr>
      <p:sp>
        <p:nvSpPr>
          <p:cNvPr id="318" name="Google Shape;318;p44"/>
          <p:cNvSpPr txBox="1">
            <a:spLocks noGrp="1"/>
          </p:cNvSpPr>
          <p:nvPr>
            <p:ph type="title"/>
          </p:nvPr>
        </p:nvSpPr>
        <p:spPr>
          <a:xfrm>
            <a:off x="228750" y="792750"/>
            <a:ext cx="8686500" cy="35580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None/>
            </a:pPr>
            <a:endParaRPr sz="3000" dirty="0">
              <a:solidFill>
                <a:schemeClr val="dk1"/>
              </a:solidFill>
            </a:endParaRPr>
          </a:p>
          <a:p>
            <a:pPr marL="457200" lvl="0" indent="-355600" algn="l" rtl="0">
              <a:lnSpc>
                <a:spcPct val="115000"/>
              </a:lnSpc>
              <a:spcBef>
                <a:spcPts val="0"/>
              </a:spcBef>
              <a:spcAft>
                <a:spcPts val="0"/>
              </a:spcAft>
              <a:buClr>
                <a:srgbClr val="1D1C1D"/>
              </a:buClr>
              <a:buSzPts val="2000"/>
              <a:buFont typeface="Arial"/>
              <a:buChar char="●"/>
            </a:pPr>
            <a:r>
              <a:rPr lang="en" sz="2000" dirty="0">
                <a:solidFill>
                  <a:srgbClr val="1D1C1D"/>
                </a:solidFill>
                <a:latin typeface="Arial"/>
                <a:ea typeface="Arial"/>
                <a:cs typeface="Arial"/>
                <a:sym typeface="Arial"/>
              </a:rPr>
              <a:t>Compared vitals and metrics like EDA vs IBI, EDA vs HR, Calorie intake vs Glucose, Glucose variability coefficient, variability of the metrics in the dataset</a:t>
            </a:r>
            <a:endParaRPr sz="2000" dirty="0">
              <a:solidFill>
                <a:srgbClr val="1D1C1D"/>
              </a:solidFill>
              <a:latin typeface="Arial"/>
              <a:ea typeface="Arial"/>
              <a:cs typeface="Arial"/>
              <a:sym typeface="Arial"/>
            </a:endParaRPr>
          </a:p>
          <a:p>
            <a:pPr marL="457200" lvl="0" indent="-355600" algn="l" rtl="0">
              <a:lnSpc>
                <a:spcPct val="115000"/>
              </a:lnSpc>
              <a:spcBef>
                <a:spcPts val="0"/>
              </a:spcBef>
              <a:spcAft>
                <a:spcPts val="0"/>
              </a:spcAft>
              <a:buClr>
                <a:srgbClr val="1D1C1D"/>
              </a:buClr>
              <a:buSzPts val="2000"/>
              <a:buFont typeface="Arial"/>
              <a:buChar char="●"/>
            </a:pPr>
            <a:r>
              <a:rPr lang="en" sz="2000" dirty="0">
                <a:solidFill>
                  <a:srgbClr val="1D1C1D"/>
                </a:solidFill>
                <a:latin typeface="Arial"/>
                <a:ea typeface="Arial"/>
                <a:cs typeface="Arial"/>
                <a:sym typeface="Arial"/>
              </a:rPr>
              <a:t>Calculated RMSSD which measures short-term heart rate variability showing rapid heart rate variations.</a:t>
            </a:r>
            <a:endParaRPr sz="2000" dirty="0">
              <a:solidFill>
                <a:srgbClr val="1D1C1D"/>
              </a:solidFill>
              <a:latin typeface="Arial"/>
              <a:ea typeface="Arial"/>
              <a:cs typeface="Arial"/>
              <a:sym typeface="Arial"/>
            </a:endParaRPr>
          </a:p>
          <a:p>
            <a:pPr marL="0" lvl="0" indent="457200" algn="l" rtl="0">
              <a:lnSpc>
                <a:spcPct val="115000"/>
              </a:lnSpc>
              <a:spcBef>
                <a:spcPts val="0"/>
              </a:spcBef>
              <a:spcAft>
                <a:spcPts val="0"/>
              </a:spcAft>
              <a:buNone/>
            </a:pPr>
            <a:br>
              <a:rPr lang="en" sz="2000" dirty="0">
                <a:solidFill>
                  <a:srgbClr val="1D1C1D"/>
                </a:solidFill>
                <a:latin typeface="Arial"/>
                <a:ea typeface="Arial"/>
                <a:cs typeface="Arial"/>
                <a:sym typeface="Arial"/>
              </a:rPr>
            </a:br>
            <a:r>
              <a:rPr lang="en" sz="2000" dirty="0">
                <a:solidFill>
                  <a:srgbClr val="1D1C1D"/>
                </a:solidFill>
                <a:latin typeface="Arial"/>
                <a:ea typeface="Arial"/>
                <a:cs typeface="Arial"/>
                <a:sym typeface="Arial"/>
              </a:rPr>
              <a:t>These show patients with risk of progressing to Diabetes and heart related ailments.</a:t>
            </a:r>
            <a:endParaRPr sz="2000" dirty="0">
              <a:solidFill>
                <a:srgbClr val="1D1C1D"/>
              </a:solidFill>
              <a:latin typeface="Arial"/>
              <a:ea typeface="Arial"/>
              <a:cs typeface="Arial"/>
              <a:sym typeface="Arial"/>
            </a:endParaRPr>
          </a:p>
          <a:p>
            <a:pPr marL="0" lvl="0" indent="0" algn="l" rtl="0">
              <a:lnSpc>
                <a:spcPct val="115000"/>
              </a:lnSpc>
              <a:spcBef>
                <a:spcPts val="0"/>
              </a:spcBef>
              <a:spcAft>
                <a:spcPts val="0"/>
              </a:spcAft>
              <a:buNone/>
            </a:pPr>
            <a:endParaRPr sz="20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CB9C"/>
        </a:solidFill>
        <a:effectLst/>
      </p:bgPr>
    </p:bg>
    <p:spTree>
      <p:nvGrpSpPr>
        <p:cNvPr id="1" name="Shape 322"/>
        <p:cNvGrpSpPr/>
        <p:nvPr/>
      </p:nvGrpSpPr>
      <p:grpSpPr>
        <a:xfrm>
          <a:off x="0" y="0"/>
          <a:ext cx="0" cy="0"/>
          <a:chOff x="0" y="0"/>
          <a:chExt cx="0" cy="0"/>
        </a:xfrm>
      </p:grpSpPr>
      <p:sp>
        <p:nvSpPr>
          <p:cNvPr id="323" name="Google Shape;323;p45"/>
          <p:cNvSpPr txBox="1">
            <a:spLocks noGrp="1"/>
          </p:cNvSpPr>
          <p:nvPr>
            <p:ph type="title"/>
          </p:nvPr>
        </p:nvSpPr>
        <p:spPr>
          <a:xfrm>
            <a:off x="237600" y="489150"/>
            <a:ext cx="8668800" cy="41652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None/>
            </a:pPr>
            <a:r>
              <a:rPr lang="en" sz="4000">
                <a:solidFill>
                  <a:schemeClr val="dk1"/>
                </a:solidFill>
              </a:rPr>
              <a:t>Conclusion</a:t>
            </a:r>
            <a:endParaRPr sz="4000">
              <a:solidFill>
                <a:schemeClr val="dk1"/>
              </a:solidFill>
            </a:endParaRPr>
          </a:p>
          <a:p>
            <a:pPr marL="0" lvl="0" indent="0" algn="ctr" rtl="0">
              <a:lnSpc>
                <a:spcPct val="80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 sz="3000">
                <a:solidFill>
                  <a:srgbClr val="1D1C1D"/>
                </a:solidFill>
                <a:latin typeface="Arial"/>
                <a:ea typeface="Arial"/>
                <a:cs typeface="Arial"/>
                <a:sym typeface="Arial"/>
              </a:rPr>
              <a:t>In the given dataset, 75% of patients are Pre-Diabetic and 18% are Diabetic . </a:t>
            </a:r>
            <a:endParaRPr sz="3000">
              <a:solidFill>
                <a:srgbClr val="1D1C1D"/>
              </a:solidFill>
              <a:latin typeface="Arial"/>
              <a:ea typeface="Arial"/>
              <a:cs typeface="Arial"/>
              <a:sym typeface="Arial"/>
            </a:endParaRPr>
          </a:p>
          <a:p>
            <a:pPr marL="0" lvl="0" indent="0" algn="l" rtl="0">
              <a:lnSpc>
                <a:spcPct val="115000"/>
              </a:lnSpc>
              <a:spcBef>
                <a:spcPts val="0"/>
              </a:spcBef>
              <a:spcAft>
                <a:spcPts val="0"/>
              </a:spcAft>
              <a:buNone/>
            </a:pPr>
            <a:r>
              <a:rPr lang="en" sz="3000">
                <a:solidFill>
                  <a:srgbClr val="1D1C1D"/>
                </a:solidFill>
                <a:latin typeface="Arial"/>
                <a:ea typeface="Arial"/>
                <a:cs typeface="Arial"/>
                <a:sym typeface="Arial"/>
              </a:rPr>
              <a:t>Clinicians can use this analysis to guide diabetics to manage their glucose levels and recommend dietary, life-style changes to pre-diabetics to avoid progression to Diabetis.</a:t>
            </a:r>
            <a:endParaRPr sz="3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CB9C"/>
        </a:solidFill>
        <a:effectLst/>
      </p:bgPr>
    </p:bg>
    <p:spTree>
      <p:nvGrpSpPr>
        <p:cNvPr id="1" name="Shape 327"/>
        <p:cNvGrpSpPr/>
        <p:nvPr/>
      </p:nvGrpSpPr>
      <p:grpSpPr>
        <a:xfrm>
          <a:off x="0" y="0"/>
          <a:ext cx="0" cy="0"/>
          <a:chOff x="0" y="0"/>
          <a:chExt cx="0" cy="0"/>
        </a:xfrm>
      </p:grpSpPr>
      <p:sp>
        <p:nvSpPr>
          <p:cNvPr id="328" name="Google Shape;328;p46"/>
          <p:cNvSpPr txBox="1">
            <a:spLocks noGrp="1"/>
          </p:cNvSpPr>
          <p:nvPr>
            <p:ph type="title"/>
          </p:nvPr>
        </p:nvSpPr>
        <p:spPr>
          <a:xfrm>
            <a:off x="228750" y="792750"/>
            <a:ext cx="8686500" cy="3558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1828800" lvl="0" indent="457200" algn="l" rtl="0">
              <a:lnSpc>
                <a:spcPct val="115000"/>
              </a:lnSpc>
              <a:spcBef>
                <a:spcPts val="0"/>
              </a:spcBef>
              <a:spcAft>
                <a:spcPts val="0"/>
              </a:spcAft>
              <a:buNone/>
            </a:pPr>
            <a:r>
              <a:rPr lang="en" sz="5000">
                <a:solidFill>
                  <a:schemeClr val="dk1"/>
                </a:solidFill>
              </a:rPr>
              <a:t>Thank you </a:t>
            </a:r>
            <a:endParaRPr sz="5000">
              <a:solidFill>
                <a:schemeClr val="dk1"/>
              </a:solidFill>
            </a:endParaRPr>
          </a:p>
        </p:txBody>
      </p:sp>
    </p:spTree>
  </p:cSld>
  <p:clrMapOvr>
    <a:masterClrMapping/>
  </p:clrMapOvr>
</p:sld>
</file>

<file path=ppt/theme/theme1.xml><?xml version="1.0" encoding="utf-8"?>
<a:theme xmlns:a="http://schemas.openxmlformats.org/drawingml/2006/main" name="Team Status Meeting">
  <a:themeElements>
    <a:clrScheme name="Simple Light">
      <a:dk1>
        <a:srgbClr val="121212"/>
      </a:dk1>
      <a:lt1>
        <a:srgbClr val="FFFFFF"/>
      </a:lt1>
      <a:dk2>
        <a:srgbClr val="121212"/>
      </a:dk2>
      <a:lt2>
        <a:srgbClr val="FFFFFF"/>
      </a:lt2>
      <a:accent1>
        <a:srgbClr val="FF6617"/>
      </a:accent1>
      <a:accent2>
        <a:srgbClr val="00534B"/>
      </a:accent2>
      <a:accent3>
        <a:srgbClr val="10AD61"/>
      </a:accent3>
      <a:accent4>
        <a:srgbClr val="FFBAFD"/>
      </a:accent4>
      <a:accent5>
        <a:srgbClr val="9CE1FF"/>
      </a:accent5>
      <a:accent6>
        <a:srgbClr val="FFFFFF"/>
      </a:accent6>
      <a:hlink>
        <a:srgbClr val="12121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394</Words>
  <Application>Microsoft Office PowerPoint</Application>
  <PresentationFormat>On-screen Show (16:9)</PresentationFormat>
  <Paragraphs>53</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Roboto Serif</vt:lpstr>
      <vt:lpstr>Covered By Your Grace</vt:lpstr>
      <vt:lpstr>Comic Sans MS</vt:lpstr>
      <vt:lpstr>Arial</vt:lpstr>
      <vt:lpstr>Rubik</vt:lpstr>
      <vt:lpstr>Team Status Meeting</vt:lpstr>
      <vt:lpstr>SQL HACKATHON GroupByLegends - Team 13</vt:lpstr>
      <vt:lpstr>Introduction  Glycemic Variability Dataset has data about  Non-glucose wearable signals like HR, IBI, EDA in addition to glucose values for each patient which help explain why variability happens.  We Started with identifying Risk groups based on glucose values. </vt:lpstr>
      <vt:lpstr>Hackathon Agenda</vt:lpstr>
      <vt:lpstr>DataBase Design</vt:lpstr>
      <vt:lpstr>Further Analysis:  For Simple queries, we used subqueries, joins, group by, case statements to categorize vitals and dietary facts  For intermediate queries, we used window functions like first_value(),last_value(),stddev_pop(), avg(), rank() to measure variability and find spikes, corr() to understand relationships, lag() and lead() to uncover patterns and trends.  For Advanced queries, we used CTEs along with window functions to compare vitals in relation to glucose levels, used Stored procedures to retrieve all the critical parameters of a patient , triggers to automatically update entries</vt:lpstr>
      <vt:lpstr> Compared vitals and metrics like EDA vs IBI, EDA vs HR, Calorie intake vs Glucose, Glucose variability coefficient, variability of the metrics in the dataset Calculated RMSSD which measures short-term heart rate variability showing rapid heart rate variations.  These show patients with risk of progressing to Diabetes and heart related ailments. </vt:lpstr>
      <vt:lpstr>Conclusion  In the given dataset, 75% of patients are Pre-Diabetic and 18% are Diabetic .  Clinicians can use this analysis to guide diabetics to manage their glucose levels and recommend dietary, life-style changes to pre-diabetics to avoid progression to Diabetis.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Purnima Chandrasekaran</cp:lastModifiedBy>
  <cp:revision>1</cp:revision>
  <dcterms:modified xsi:type="dcterms:W3CDTF">2025-10-07T23:26:39Z</dcterms:modified>
</cp:coreProperties>
</file>